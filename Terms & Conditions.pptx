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97" r:id="rId2"/>
    <p:sldId id="298" r:id="rId3"/>
    <p:sldId id="260" r:id="rId4"/>
  </p:sldIdLst>
  <p:sldSz cx="13716000" cy="19437350"/>
  <p:notesSz cx="13716000" cy="194373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Terms &amp; Conditions" id="{A8698FD3-C275-C445-B812-8C0540ABD0AE}">
          <p14:sldIdLst>
            <p14:sldId id="297"/>
            <p14:sldId id="298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12"/>
    <p:restoredTop sz="97007"/>
  </p:normalViewPr>
  <p:slideViewPr>
    <p:cSldViewPr>
      <p:cViewPr>
        <p:scale>
          <a:sx n="84" d="100"/>
          <a:sy n="84" d="100"/>
        </p:scale>
        <p:origin x="760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4192" y="2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A85EF4-B665-D936-A86D-44324F386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B3C04-7168-D5F5-00E9-478E93AAB1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9EB2D-F782-394F-8187-EAE700356409}" type="datetimeFigureOut">
              <a:rPr lang="en-EG" smtClean="0"/>
              <a:t>15/05/2026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52D22-178D-5AAC-9393-3287F6600C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8462625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4FB41-B7B7-9090-42A2-02FEB684D3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18462625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C5D29-3D5F-E749-9A54-7B53D56E5BF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65837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769225" y="0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06FE4-A9A3-BB4D-A5DA-66ECDC1F49A7}" type="datetimeFigureOut">
              <a:rPr lang="en-EG" smtClean="0"/>
              <a:t>15/05/2026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43425" y="2430463"/>
            <a:ext cx="4629150" cy="6559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71600" y="9353550"/>
            <a:ext cx="10972800" cy="76549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8462625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769225" y="18462625"/>
            <a:ext cx="5943600" cy="974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447E8-3270-9949-9B78-276139189707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5014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731E-C022-9530-F6A2-F774A94F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DFB46-11FE-4C75-E6A3-9D6A0A8FB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14A84-757E-D5CD-EA71-7A36D8590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F99A1-A206-08CE-4EB1-54225E5FB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447E8-3270-9949-9B78-276139189707}" type="slidenum">
              <a:rPr lang="en-EG" smtClean="0"/>
              <a:t>1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38559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09B8-780B-8499-C2DD-137FBAEB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4B66A-FC35-9085-A018-D0338E79E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EA24F-718B-C566-F443-A7B4C7CC5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D647F-E905-94FD-E3FB-568529BCA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447E8-3270-9949-9B78-276139189707}" type="slidenum">
              <a:rPr lang="en-EG" smtClean="0"/>
              <a:t>2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4385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8700" y="6025578"/>
            <a:ext cx="11658600" cy="40818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57400" y="10884916"/>
            <a:ext cx="9601200" cy="4859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2743-0D72-9845-B11E-F2CA3CA87FF1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5EB6D-ABDA-AA49-B021-ADC9A058FD2F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5800" y="4470590"/>
            <a:ext cx="5966460" cy="12828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63740" y="4470590"/>
            <a:ext cx="5966460" cy="12828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E54E8-0E38-4045-85D1-41529637E493}" type="datetime1">
              <a:rPr lang="en-US" smtClean="0"/>
              <a:t>5/15/26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CE40F-8C02-C94C-9D85-12A6D5E1DDDE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2E6F8-2DD9-F149-B1D7-1CBBAF0F886C}" type="datetime1">
              <a:rPr lang="en-US" smtClean="0"/>
              <a:t>5/15/26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875520" y="18496320"/>
            <a:ext cx="3154680" cy="276999"/>
          </a:xfrm>
        </p:spPr>
        <p:txBody>
          <a:bodyPr lIns="0" tIns="0" rIns="0" bIns="0" anchor="b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pPr algn="r"/>
            <a:fld id="{B6F15528-21DE-4FAA-801E-634DDDAF4B2B}" type="slidenum">
              <a:rPr lang="en-EG" smtClean="0"/>
              <a:pPr algn="r"/>
              <a:t>‹#›</a:t>
            </a:fld>
            <a:endParaRPr lang="en-EG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800" y="777494"/>
            <a:ext cx="12344400" cy="3109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800" y="4470590"/>
            <a:ext cx="12344400" cy="12828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63440" y="18076736"/>
            <a:ext cx="4389120" cy="971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5800" y="18076736"/>
            <a:ext cx="3154680" cy="971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AEC51-D770-BD4F-B303-76A06FA5136F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75520" y="18076736"/>
            <a:ext cx="3154680" cy="971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nova.cloud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F628-2790-8ACD-3A70-E9C8C3B2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42EF10-0A90-897B-35BD-4B06CC7E7B40}"/>
              </a:ext>
            </a:extLst>
          </p:cNvPr>
          <p:cNvSpPr/>
          <p:nvPr/>
        </p:nvSpPr>
        <p:spPr>
          <a:xfrm>
            <a:off x="4137393" y="2258568"/>
            <a:ext cx="9578340" cy="14921230"/>
          </a:xfrm>
          <a:custGeom>
            <a:avLst/>
            <a:gdLst/>
            <a:ahLst/>
            <a:cxnLst/>
            <a:rect l="l" t="t" r="r" b="b"/>
            <a:pathLst>
              <a:path w="9578340" h="14921230">
                <a:moveTo>
                  <a:pt x="3609103" y="0"/>
                </a:moveTo>
                <a:lnTo>
                  <a:pt x="789716" y="0"/>
                </a:lnTo>
                <a:lnTo>
                  <a:pt x="744167" y="1150"/>
                </a:lnTo>
                <a:lnTo>
                  <a:pt x="699643" y="4740"/>
                </a:lnTo>
                <a:lnTo>
                  <a:pt x="656177" y="10632"/>
                </a:lnTo>
                <a:lnTo>
                  <a:pt x="613802" y="18748"/>
                </a:lnTo>
                <a:lnTo>
                  <a:pt x="572550" y="29014"/>
                </a:lnTo>
                <a:lnTo>
                  <a:pt x="532454" y="41352"/>
                </a:lnTo>
                <a:lnTo>
                  <a:pt x="493547" y="55688"/>
                </a:lnTo>
                <a:lnTo>
                  <a:pt x="455860" y="71946"/>
                </a:lnTo>
                <a:lnTo>
                  <a:pt x="419427" y="90048"/>
                </a:lnTo>
                <a:lnTo>
                  <a:pt x="384281" y="109921"/>
                </a:lnTo>
                <a:lnTo>
                  <a:pt x="350454" y="131487"/>
                </a:lnTo>
                <a:lnTo>
                  <a:pt x="317978" y="154670"/>
                </a:lnTo>
                <a:lnTo>
                  <a:pt x="286886" y="179395"/>
                </a:lnTo>
                <a:lnTo>
                  <a:pt x="257212" y="205587"/>
                </a:lnTo>
                <a:lnTo>
                  <a:pt x="228987" y="233168"/>
                </a:lnTo>
                <a:lnTo>
                  <a:pt x="202243" y="262063"/>
                </a:lnTo>
                <a:lnTo>
                  <a:pt x="177015" y="292196"/>
                </a:lnTo>
                <a:lnTo>
                  <a:pt x="153334" y="323492"/>
                </a:lnTo>
                <a:lnTo>
                  <a:pt x="131232" y="355874"/>
                </a:lnTo>
                <a:lnTo>
                  <a:pt x="110744" y="389266"/>
                </a:lnTo>
                <a:lnTo>
                  <a:pt x="91900" y="423592"/>
                </a:lnTo>
                <a:lnTo>
                  <a:pt x="74734" y="458778"/>
                </a:lnTo>
                <a:lnTo>
                  <a:pt x="59279" y="494746"/>
                </a:lnTo>
                <a:lnTo>
                  <a:pt x="45566" y="531420"/>
                </a:lnTo>
                <a:lnTo>
                  <a:pt x="33630" y="568726"/>
                </a:lnTo>
                <a:lnTo>
                  <a:pt x="23501" y="606586"/>
                </a:lnTo>
                <a:lnTo>
                  <a:pt x="15214" y="644925"/>
                </a:lnTo>
                <a:lnTo>
                  <a:pt x="8800" y="683668"/>
                </a:lnTo>
                <a:lnTo>
                  <a:pt x="4292" y="722737"/>
                </a:lnTo>
                <a:lnTo>
                  <a:pt x="1722" y="762058"/>
                </a:lnTo>
                <a:lnTo>
                  <a:pt x="1124" y="801554"/>
                </a:lnTo>
                <a:lnTo>
                  <a:pt x="2531" y="841150"/>
                </a:lnTo>
                <a:lnTo>
                  <a:pt x="5973" y="880769"/>
                </a:lnTo>
                <a:lnTo>
                  <a:pt x="11485" y="920336"/>
                </a:lnTo>
                <a:lnTo>
                  <a:pt x="19099" y="959774"/>
                </a:lnTo>
                <a:lnTo>
                  <a:pt x="28847" y="999009"/>
                </a:lnTo>
                <a:lnTo>
                  <a:pt x="40762" y="1037963"/>
                </a:lnTo>
                <a:lnTo>
                  <a:pt x="54877" y="1076561"/>
                </a:lnTo>
                <a:lnTo>
                  <a:pt x="71224" y="1114727"/>
                </a:lnTo>
                <a:lnTo>
                  <a:pt x="89837" y="1152385"/>
                </a:lnTo>
                <a:lnTo>
                  <a:pt x="110746" y="1189459"/>
                </a:lnTo>
                <a:lnTo>
                  <a:pt x="133986" y="1225874"/>
                </a:lnTo>
                <a:lnTo>
                  <a:pt x="159589" y="1261553"/>
                </a:lnTo>
                <a:lnTo>
                  <a:pt x="187587" y="1296421"/>
                </a:lnTo>
                <a:lnTo>
                  <a:pt x="218013" y="1330401"/>
                </a:lnTo>
                <a:lnTo>
                  <a:pt x="4895435" y="6282817"/>
                </a:lnTo>
                <a:lnTo>
                  <a:pt x="4930752" y="6317920"/>
                </a:lnTo>
                <a:lnTo>
                  <a:pt x="4967999" y="6350543"/>
                </a:lnTo>
                <a:lnTo>
                  <a:pt x="5007042" y="6380629"/>
                </a:lnTo>
                <a:lnTo>
                  <a:pt x="5047750" y="6408122"/>
                </a:lnTo>
                <a:lnTo>
                  <a:pt x="5089990" y="6432963"/>
                </a:lnTo>
                <a:lnTo>
                  <a:pt x="5133629" y="6455095"/>
                </a:lnTo>
                <a:lnTo>
                  <a:pt x="5178534" y="6474462"/>
                </a:lnTo>
                <a:lnTo>
                  <a:pt x="5224574" y="6491007"/>
                </a:lnTo>
                <a:lnTo>
                  <a:pt x="5271615" y="6504671"/>
                </a:lnTo>
                <a:lnTo>
                  <a:pt x="5319524" y="6515399"/>
                </a:lnTo>
                <a:lnTo>
                  <a:pt x="5368170" y="6523132"/>
                </a:lnTo>
                <a:lnTo>
                  <a:pt x="5417419" y="6527814"/>
                </a:lnTo>
                <a:lnTo>
                  <a:pt x="5467139" y="6529387"/>
                </a:lnTo>
                <a:lnTo>
                  <a:pt x="6009606" y="6529387"/>
                </a:lnTo>
                <a:lnTo>
                  <a:pt x="6059355" y="6530962"/>
                </a:lnTo>
                <a:lnTo>
                  <a:pt x="6108632" y="6535649"/>
                </a:lnTo>
                <a:lnTo>
                  <a:pt x="6157304" y="6543391"/>
                </a:lnTo>
                <a:lnTo>
                  <a:pt x="6205238" y="6554130"/>
                </a:lnTo>
                <a:lnTo>
                  <a:pt x="6252302" y="6567809"/>
                </a:lnTo>
                <a:lnTo>
                  <a:pt x="6298363" y="6584370"/>
                </a:lnTo>
                <a:lnTo>
                  <a:pt x="6343288" y="6603757"/>
                </a:lnTo>
                <a:lnTo>
                  <a:pt x="6386943" y="6625912"/>
                </a:lnTo>
                <a:lnTo>
                  <a:pt x="6429197" y="6650777"/>
                </a:lnTo>
                <a:lnTo>
                  <a:pt x="6469916" y="6678296"/>
                </a:lnTo>
                <a:lnTo>
                  <a:pt x="6508968" y="6708411"/>
                </a:lnTo>
                <a:lnTo>
                  <a:pt x="6546220" y="6741064"/>
                </a:lnTo>
                <a:lnTo>
                  <a:pt x="6581538" y="6776199"/>
                </a:lnTo>
                <a:lnTo>
                  <a:pt x="7246155" y="7480465"/>
                </a:lnTo>
                <a:lnTo>
                  <a:pt x="7276560" y="7514450"/>
                </a:lnTo>
                <a:lnTo>
                  <a:pt x="7304538" y="7549322"/>
                </a:lnTo>
                <a:lnTo>
                  <a:pt x="7330121" y="7585004"/>
                </a:lnTo>
                <a:lnTo>
                  <a:pt x="7353343" y="7621421"/>
                </a:lnTo>
                <a:lnTo>
                  <a:pt x="7374234" y="7658496"/>
                </a:lnTo>
                <a:lnTo>
                  <a:pt x="7392830" y="7696154"/>
                </a:lnTo>
                <a:lnTo>
                  <a:pt x="7409160" y="7734319"/>
                </a:lnTo>
                <a:lnTo>
                  <a:pt x="7423260" y="7772916"/>
                </a:lnTo>
                <a:lnTo>
                  <a:pt x="7435160" y="7811867"/>
                </a:lnTo>
                <a:lnTo>
                  <a:pt x="7444894" y="7851098"/>
                </a:lnTo>
                <a:lnTo>
                  <a:pt x="7452494" y="7890532"/>
                </a:lnTo>
                <a:lnTo>
                  <a:pt x="7457994" y="7930094"/>
                </a:lnTo>
                <a:lnTo>
                  <a:pt x="7461424" y="7969708"/>
                </a:lnTo>
                <a:lnTo>
                  <a:pt x="7462819" y="8009298"/>
                </a:lnTo>
                <a:lnTo>
                  <a:pt x="7462211" y="8048787"/>
                </a:lnTo>
                <a:lnTo>
                  <a:pt x="7459632" y="8088101"/>
                </a:lnTo>
                <a:lnTo>
                  <a:pt x="7455115" y="8127163"/>
                </a:lnTo>
                <a:lnTo>
                  <a:pt x="7448692" y="8165898"/>
                </a:lnTo>
                <a:lnTo>
                  <a:pt x="7440397" y="8204229"/>
                </a:lnTo>
                <a:lnTo>
                  <a:pt x="7430262" y="8242081"/>
                </a:lnTo>
                <a:lnTo>
                  <a:pt x="7418319" y="8279378"/>
                </a:lnTo>
                <a:lnTo>
                  <a:pt x="7404601" y="8316043"/>
                </a:lnTo>
                <a:lnTo>
                  <a:pt x="7389140" y="8352002"/>
                </a:lnTo>
                <a:lnTo>
                  <a:pt x="7371970" y="8387178"/>
                </a:lnTo>
                <a:lnTo>
                  <a:pt x="7353123" y="8421495"/>
                </a:lnTo>
                <a:lnTo>
                  <a:pt x="7332632" y="8454878"/>
                </a:lnTo>
                <a:lnTo>
                  <a:pt x="7310528" y="8487251"/>
                </a:lnTo>
                <a:lnTo>
                  <a:pt x="7286846" y="8518537"/>
                </a:lnTo>
                <a:lnTo>
                  <a:pt x="7261617" y="8548662"/>
                </a:lnTo>
                <a:lnTo>
                  <a:pt x="7234873" y="8577548"/>
                </a:lnTo>
                <a:lnTo>
                  <a:pt x="7206649" y="8605121"/>
                </a:lnTo>
                <a:lnTo>
                  <a:pt x="7176975" y="8631303"/>
                </a:lnTo>
                <a:lnTo>
                  <a:pt x="7145886" y="8656021"/>
                </a:lnTo>
                <a:lnTo>
                  <a:pt x="7113413" y="8679197"/>
                </a:lnTo>
                <a:lnTo>
                  <a:pt x="7079589" y="8700755"/>
                </a:lnTo>
                <a:lnTo>
                  <a:pt x="7044446" y="8720621"/>
                </a:lnTo>
                <a:lnTo>
                  <a:pt x="7008018" y="8738717"/>
                </a:lnTo>
                <a:lnTo>
                  <a:pt x="6970337" y="8754969"/>
                </a:lnTo>
                <a:lnTo>
                  <a:pt x="6931435" y="8769300"/>
                </a:lnTo>
                <a:lnTo>
                  <a:pt x="6891346" y="8781634"/>
                </a:lnTo>
                <a:lnTo>
                  <a:pt x="6850101" y="8791896"/>
                </a:lnTo>
                <a:lnTo>
                  <a:pt x="6807734" y="8800009"/>
                </a:lnTo>
                <a:lnTo>
                  <a:pt x="6764277" y="8805898"/>
                </a:lnTo>
                <a:lnTo>
                  <a:pt x="6719762" y="8809487"/>
                </a:lnTo>
                <a:lnTo>
                  <a:pt x="6674223" y="8810701"/>
                </a:lnTo>
                <a:lnTo>
                  <a:pt x="5070810" y="8810701"/>
                </a:lnTo>
                <a:lnTo>
                  <a:pt x="5021093" y="8812274"/>
                </a:lnTo>
                <a:lnTo>
                  <a:pt x="4971848" y="8816955"/>
                </a:lnTo>
                <a:lnTo>
                  <a:pt x="4923206" y="8824687"/>
                </a:lnTo>
                <a:lnTo>
                  <a:pt x="4875300" y="8835412"/>
                </a:lnTo>
                <a:lnTo>
                  <a:pt x="4828264" y="8849074"/>
                </a:lnTo>
                <a:lnTo>
                  <a:pt x="4782229" y="8865615"/>
                </a:lnTo>
                <a:lnTo>
                  <a:pt x="4737327" y="8884977"/>
                </a:lnTo>
                <a:lnTo>
                  <a:pt x="4693693" y="8907105"/>
                </a:lnTo>
                <a:lnTo>
                  <a:pt x="4651457" y="8931939"/>
                </a:lnTo>
                <a:lnTo>
                  <a:pt x="4610753" y="8959424"/>
                </a:lnTo>
                <a:lnTo>
                  <a:pt x="4571714" y="8989502"/>
                </a:lnTo>
                <a:lnTo>
                  <a:pt x="4534471" y="9022116"/>
                </a:lnTo>
                <a:lnTo>
                  <a:pt x="4499157" y="9057208"/>
                </a:lnTo>
                <a:lnTo>
                  <a:pt x="216984" y="13590308"/>
                </a:lnTo>
                <a:lnTo>
                  <a:pt x="186553" y="13624288"/>
                </a:lnTo>
                <a:lnTo>
                  <a:pt x="158550" y="13659156"/>
                </a:lnTo>
                <a:lnTo>
                  <a:pt x="132943" y="13694835"/>
                </a:lnTo>
                <a:lnTo>
                  <a:pt x="109699" y="13731250"/>
                </a:lnTo>
                <a:lnTo>
                  <a:pt x="88785" y="13768326"/>
                </a:lnTo>
                <a:lnTo>
                  <a:pt x="70169" y="13805985"/>
                </a:lnTo>
                <a:lnTo>
                  <a:pt x="53817" y="13844152"/>
                </a:lnTo>
                <a:lnTo>
                  <a:pt x="39699" y="13882751"/>
                </a:lnTo>
                <a:lnTo>
                  <a:pt x="27780" y="13921706"/>
                </a:lnTo>
                <a:lnTo>
                  <a:pt x="18029" y="13960942"/>
                </a:lnTo>
                <a:lnTo>
                  <a:pt x="10412" y="14000382"/>
                </a:lnTo>
                <a:lnTo>
                  <a:pt x="4897" y="14039950"/>
                </a:lnTo>
                <a:lnTo>
                  <a:pt x="1451" y="14079571"/>
                </a:lnTo>
                <a:lnTo>
                  <a:pt x="0" y="14119168"/>
                </a:lnTo>
                <a:lnTo>
                  <a:pt x="638" y="14158666"/>
                </a:lnTo>
                <a:lnTo>
                  <a:pt x="3205" y="14197989"/>
                </a:lnTo>
                <a:lnTo>
                  <a:pt x="7711" y="14237061"/>
                </a:lnTo>
                <a:lnTo>
                  <a:pt x="14123" y="14275805"/>
                </a:lnTo>
                <a:lnTo>
                  <a:pt x="22409" y="14314147"/>
                </a:lnTo>
                <a:lnTo>
                  <a:pt x="32536" y="14352009"/>
                </a:lnTo>
                <a:lnTo>
                  <a:pt x="44471" y="14389317"/>
                </a:lnTo>
                <a:lnTo>
                  <a:pt x="58182" y="14425993"/>
                </a:lnTo>
                <a:lnTo>
                  <a:pt x="73637" y="14461963"/>
                </a:lnTo>
                <a:lnTo>
                  <a:pt x="90802" y="14497151"/>
                </a:lnTo>
                <a:lnTo>
                  <a:pt x="109645" y="14531480"/>
                </a:lnTo>
                <a:lnTo>
                  <a:pt x="130133" y="14564874"/>
                </a:lnTo>
                <a:lnTo>
                  <a:pt x="152234" y="14597258"/>
                </a:lnTo>
                <a:lnTo>
                  <a:pt x="175915" y="14628555"/>
                </a:lnTo>
                <a:lnTo>
                  <a:pt x="201143" y="14658691"/>
                </a:lnTo>
                <a:lnTo>
                  <a:pt x="227886" y="14687588"/>
                </a:lnTo>
                <a:lnTo>
                  <a:pt x="256112" y="14715171"/>
                </a:lnTo>
                <a:lnTo>
                  <a:pt x="285787" y="14741364"/>
                </a:lnTo>
                <a:lnTo>
                  <a:pt x="316879" y="14766091"/>
                </a:lnTo>
                <a:lnTo>
                  <a:pt x="349356" y="14789276"/>
                </a:lnTo>
                <a:lnTo>
                  <a:pt x="383184" y="14810843"/>
                </a:lnTo>
                <a:lnTo>
                  <a:pt x="418331" y="14830717"/>
                </a:lnTo>
                <a:lnTo>
                  <a:pt x="454765" y="14848821"/>
                </a:lnTo>
                <a:lnTo>
                  <a:pt x="492453" y="14865079"/>
                </a:lnTo>
                <a:lnTo>
                  <a:pt x="531362" y="14879416"/>
                </a:lnTo>
                <a:lnTo>
                  <a:pt x="571460" y="14891756"/>
                </a:lnTo>
                <a:lnTo>
                  <a:pt x="612714" y="14902022"/>
                </a:lnTo>
                <a:lnTo>
                  <a:pt x="655091" y="14910139"/>
                </a:lnTo>
                <a:lnTo>
                  <a:pt x="698559" y="14916031"/>
                </a:lnTo>
                <a:lnTo>
                  <a:pt x="743085" y="14919622"/>
                </a:lnTo>
                <a:lnTo>
                  <a:pt x="788636" y="14920836"/>
                </a:lnTo>
                <a:lnTo>
                  <a:pt x="3607821" y="14920836"/>
                </a:lnTo>
                <a:lnTo>
                  <a:pt x="3657537" y="14919263"/>
                </a:lnTo>
                <a:lnTo>
                  <a:pt x="3706783" y="14914582"/>
                </a:lnTo>
                <a:lnTo>
                  <a:pt x="3755425" y="14906850"/>
                </a:lnTo>
                <a:lnTo>
                  <a:pt x="3803330" y="14896124"/>
                </a:lnTo>
                <a:lnTo>
                  <a:pt x="3850367" y="14882462"/>
                </a:lnTo>
                <a:lnTo>
                  <a:pt x="3896403" y="14865921"/>
                </a:lnTo>
                <a:lnTo>
                  <a:pt x="3941305" y="14846557"/>
                </a:lnTo>
                <a:lnTo>
                  <a:pt x="3984940" y="14824429"/>
                </a:lnTo>
                <a:lnTo>
                  <a:pt x="4027177" y="14799593"/>
                </a:lnTo>
                <a:lnTo>
                  <a:pt x="4067883" y="14772106"/>
                </a:lnTo>
                <a:lnTo>
                  <a:pt x="4106924" y="14742027"/>
                </a:lnTo>
                <a:lnTo>
                  <a:pt x="4144169" y="14709411"/>
                </a:lnTo>
                <a:lnTo>
                  <a:pt x="4179486" y="14674316"/>
                </a:lnTo>
                <a:lnTo>
                  <a:pt x="9466610" y="9077185"/>
                </a:lnTo>
                <a:lnTo>
                  <a:pt x="9500671" y="9043223"/>
                </a:lnTo>
                <a:lnTo>
                  <a:pt x="9536237" y="9011778"/>
                </a:lnTo>
                <a:lnTo>
                  <a:pt x="9573193" y="8982848"/>
                </a:lnTo>
                <a:lnTo>
                  <a:pt x="9577844" y="8979634"/>
                </a:lnTo>
                <a:lnTo>
                  <a:pt x="9577844" y="5940630"/>
                </a:lnTo>
                <a:lnTo>
                  <a:pt x="9536928" y="5908959"/>
                </a:lnTo>
                <a:lnTo>
                  <a:pt x="9501365" y="5877512"/>
                </a:lnTo>
                <a:lnTo>
                  <a:pt x="9467308" y="5843549"/>
                </a:lnTo>
                <a:lnTo>
                  <a:pt x="4180794" y="246494"/>
                </a:lnTo>
                <a:lnTo>
                  <a:pt x="4145480" y="211393"/>
                </a:lnTo>
                <a:lnTo>
                  <a:pt x="4108236" y="178772"/>
                </a:lnTo>
                <a:lnTo>
                  <a:pt x="4069194" y="148688"/>
                </a:lnTo>
                <a:lnTo>
                  <a:pt x="4028488" y="121197"/>
                </a:lnTo>
                <a:lnTo>
                  <a:pt x="3986249" y="96357"/>
                </a:lnTo>
                <a:lnTo>
                  <a:pt x="3942611" y="74226"/>
                </a:lnTo>
                <a:lnTo>
                  <a:pt x="3897706" y="54859"/>
                </a:lnTo>
                <a:lnTo>
                  <a:pt x="3851667" y="38315"/>
                </a:lnTo>
                <a:lnTo>
                  <a:pt x="3804627" y="24651"/>
                </a:lnTo>
                <a:lnTo>
                  <a:pt x="3756718" y="13924"/>
                </a:lnTo>
                <a:lnTo>
                  <a:pt x="3708072" y="6191"/>
                </a:lnTo>
                <a:lnTo>
                  <a:pt x="3658823" y="1509"/>
                </a:lnTo>
                <a:lnTo>
                  <a:pt x="3609103" y="0"/>
                </a:lnTo>
                <a:close/>
              </a:path>
            </a:pathLst>
          </a:custGeom>
          <a:solidFill>
            <a:srgbClr val="B1D67D">
              <a:alpha val="9999"/>
            </a:srgbClr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BD22346-E16C-1B7F-81A7-5766574E2C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5791" y="18703011"/>
            <a:ext cx="9014510" cy="3073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068B321-D8CD-5E9D-6C03-03F2CCF723B1}"/>
              </a:ext>
            </a:extLst>
          </p:cNvPr>
          <p:cNvSpPr txBox="1"/>
          <p:nvPr/>
        </p:nvSpPr>
        <p:spPr>
          <a:xfrm>
            <a:off x="5766370" y="1188646"/>
            <a:ext cx="2263140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1A3180"/>
                </a:solidFill>
                <a:latin typeface="Verdana"/>
                <a:cs typeface="Verdana"/>
              </a:rPr>
              <a:t>Smart</a:t>
            </a:r>
            <a:r>
              <a:rPr sz="1500" spc="-95" dirty="0">
                <a:solidFill>
                  <a:srgbClr val="1A318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1A3180"/>
                </a:solidFill>
                <a:latin typeface="Verdana"/>
                <a:cs typeface="Verdana"/>
              </a:rPr>
              <a:t>Spaces</a:t>
            </a:r>
            <a:r>
              <a:rPr sz="1500" spc="-95" dirty="0">
                <a:solidFill>
                  <a:srgbClr val="1A318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1A3180"/>
                </a:solidFill>
                <a:latin typeface="Verdana"/>
                <a:cs typeface="Verdana"/>
              </a:rPr>
              <a:t>Solutions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183AF46-DE5D-2325-7D1B-FE54D10F534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1242" y="588480"/>
            <a:ext cx="3393802" cy="48221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F34C3F9-AE13-D2D7-8108-8569F81B411F}"/>
              </a:ext>
            </a:extLst>
          </p:cNvPr>
          <p:cNvSpPr txBox="1"/>
          <p:nvPr/>
        </p:nvSpPr>
        <p:spPr>
          <a:xfrm>
            <a:off x="675847" y="18522808"/>
            <a:ext cx="2749550" cy="2425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400" spc="-75" dirty="0">
                <a:solidFill>
                  <a:srgbClr val="39205A"/>
                </a:solidFill>
                <a:latin typeface="Verdana"/>
                <a:cs typeface="Verdana"/>
              </a:rPr>
              <a:t>X</a:t>
            </a:r>
            <a:r>
              <a:rPr sz="1400" spc="-114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9205A"/>
                </a:solidFill>
                <a:latin typeface="Verdana"/>
                <a:cs typeface="Verdana"/>
              </a:rPr>
              <a:t>Nova</a:t>
            </a:r>
            <a:r>
              <a:rPr sz="1400" spc="-110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9205A"/>
                </a:solidFill>
                <a:latin typeface="Verdana"/>
                <a:cs typeface="Verdana"/>
              </a:rPr>
              <a:t>Smart</a:t>
            </a:r>
            <a:r>
              <a:rPr sz="1400" spc="-114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39205A"/>
                </a:solidFill>
                <a:latin typeface="Verdana"/>
                <a:cs typeface="Verdana"/>
              </a:rPr>
              <a:t>Spaces</a:t>
            </a:r>
            <a:r>
              <a:rPr sz="1400" spc="-110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9205A"/>
                </a:solidFill>
                <a:latin typeface="Verdana"/>
                <a:cs typeface="Verdana"/>
              </a:rPr>
              <a:t>Solutions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3F667BA-D669-5360-AD28-8608349B5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45773"/>
              </p:ext>
            </p:extLst>
          </p:nvPr>
        </p:nvGraphicFramePr>
        <p:xfrm>
          <a:off x="716001" y="3185573"/>
          <a:ext cx="12363878" cy="15186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3878">
                  <a:extLst>
                    <a:ext uri="{9D8B030D-6E8A-4147-A177-3AD203B41FA5}">
                      <a16:colId xmlns:a16="http://schemas.microsoft.com/office/drawing/2014/main" val="3477407554"/>
                    </a:ext>
                  </a:extLst>
                </a:gridCol>
              </a:tblGrid>
              <a:tr h="50091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 Scope of Work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 Nova will supply and install smart home and low-current systems as per the attached quotation.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Any additional work, changes in quantities, or modifications requested on site must be confirmed through a revised quotation or variation order.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Quotation covers only the items listed above and does not include any complementary parts, services, or materials unless explicitly stated.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Civil works and cable pipes/conduits are not included unless specifically mentioned in the quotation.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8499770"/>
                  </a:ext>
                </a:extLst>
              </a:tr>
              <a:tr h="3505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2. Site Requirements</a:t>
                      </a:r>
                      <a:endParaRPr lang="en-US" sz="3200" b="1" dirty="0"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client/contractor shall ensure that all site conditions and electrical provisions meet X Nova’s specifications before installation begins.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 Nova is not responsible for conduits, wiring, or civil works outside its agreed scope.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Work will commence only once site readiness is confirmed.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966683"/>
                  </a:ext>
                </a:extLst>
              </a:tr>
              <a:tr h="66723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 Payment Terms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3200" dirty="0">
                        <a:solidFill>
                          <a:srgbClr val="3E3087"/>
                        </a:solidFill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1800" dirty="0">
                        <a:solidFill>
                          <a:srgbClr val="3E3087"/>
                        </a:solidFill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1800" dirty="0"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payments must be made within 7 days of invoice issuance.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 case of non-payment, X Nova reserves the right to suspend work and/or terminate the contract without further liability.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prices are exclusive of VAT. VAT will be added when applicable in accordance with local regulations.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Acceptance of this quotation shall be considered valid only upon receipt of the initial payment within the quotation validity period.</a:t>
                      </a:r>
                      <a:endParaRPr lang="en-US" sz="2400" dirty="0"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algn="l" rtl="0"/>
                      <a:endParaRPr lang="en-EG" dirty="0">
                        <a:latin typeface="Montserrat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708311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D31D36F-E2BA-DA9D-B1E3-497C08C01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521579"/>
              </p:ext>
            </p:extLst>
          </p:nvPr>
        </p:nvGraphicFramePr>
        <p:xfrm>
          <a:off x="546445" y="12690475"/>
          <a:ext cx="12622679" cy="113196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37231">
                  <a:extLst>
                    <a:ext uri="{9D8B030D-6E8A-4147-A177-3AD203B41FA5}">
                      <a16:colId xmlns:a16="http://schemas.microsoft.com/office/drawing/2014/main" val="3359138464"/>
                    </a:ext>
                  </a:extLst>
                </a:gridCol>
                <a:gridCol w="11285448">
                  <a:extLst>
                    <a:ext uri="{9D8B030D-6E8A-4147-A177-3AD203B41FA5}">
                      <a16:colId xmlns:a16="http://schemas.microsoft.com/office/drawing/2014/main" val="55443350"/>
                    </a:ext>
                  </a:extLst>
                </a:gridCol>
              </a:tblGrid>
              <a:tr h="599551">
                <a:tc>
                  <a:txBody>
                    <a:bodyPr/>
                    <a:lstStyle/>
                    <a:p>
                      <a:pPr marL="0" algn="ctr" rtl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85% </a:t>
                      </a:r>
                      <a:endParaRPr lang="en-EG" sz="2400" b="0" dirty="0">
                        <a:solidFill>
                          <a:schemeClr val="tx1"/>
                        </a:solidFill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Advance payment upon contract signing  (non-refundable, securing materials)</a:t>
                      </a:r>
                      <a:endParaRPr lang="en-EG" sz="2200" b="0" dirty="0">
                        <a:solidFill>
                          <a:schemeClr val="tx1"/>
                        </a:solidFill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700019"/>
                  </a:ext>
                </a:extLst>
              </a:tr>
              <a:tr h="532410">
                <a:tc>
                  <a:txBody>
                    <a:bodyPr/>
                    <a:lstStyle/>
                    <a:p>
                      <a:pPr marL="0" algn="ctr" rtl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15% </a:t>
                      </a:r>
                      <a:endParaRPr lang="en-EG" sz="2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Upon full delivery of equipment, completion of installation and handover</a:t>
                      </a:r>
                      <a:endParaRPr lang="en-EG" sz="22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55158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F0BAE2C-BAD6-D1C9-71A0-46BE8674EA94}"/>
              </a:ext>
            </a:extLst>
          </p:cNvPr>
          <p:cNvSpPr txBox="1"/>
          <p:nvPr/>
        </p:nvSpPr>
        <p:spPr>
          <a:xfrm>
            <a:off x="675847" y="1859492"/>
            <a:ext cx="123638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EG" sz="6000" b="1" dirty="0">
                <a:solidFill>
                  <a:srgbClr val="3E3087"/>
                </a:solidFill>
                <a:latin typeface="Montserrat" pitchFamily="2" charset="77"/>
                <a:ea typeface="Verdana" panose="020B0604030504040204" pitchFamily="34" charset="0"/>
                <a:cs typeface="Verdana" panose="020B0604030504040204" pitchFamily="34" charset="0"/>
              </a:rPr>
              <a:t>General 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318930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754F-55F9-B634-7AE5-62E32649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6D1AE1-AEDD-AB08-5360-7CFA995342DF}"/>
              </a:ext>
            </a:extLst>
          </p:cNvPr>
          <p:cNvSpPr/>
          <p:nvPr/>
        </p:nvSpPr>
        <p:spPr>
          <a:xfrm>
            <a:off x="4137393" y="2258568"/>
            <a:ext cx="9578340" cy="14921230"/>
          </a:xfrm>
          <a:custGeom>
            <a:avLst/>
            <a:gdLst/>
            <a:ahLst/>
            <a:cxnLst/>
            <a:rect l="l" t="t" r="r" b="b"/>
            <a:pathLst>
              <a:path w="9578340" h="14921230">
                <a:moveTo>
                  <a:pt x="3609103" y="0"/>
                </a:moveTo>
                <a:lnTo>
                  <a:pt x="789716" y="0"/>
                </a:lnTo>
                <a:lnTo>
                  <a:pt x="744167" y="1150"/>
                </a:lnTo>
                <a:lnTo>
                  <a:pt x="699643" y="4740"/>
                </a:lnTo>
                <a:lnTo>
                  <a:pt x="656177" y="10632"/>
                </a:lnTo>
                <a:lnTo>
                  <a:pt x="613802" y="18748"/>
                </a:lnTo>
                <a:lnTo>
                  <a:pt x="572550" y="29014"/>
                </a:lnTo>
                <a:lnTo>
                  <a:pt x="532454" y="41352"/>
                </a:lnTo>
                <a:lnTo>
                  <a:pt x="493547" y="55688"/>
                </a:lnTo>
                <a:lnTo>
                  <a:pt x="455860" y="71946"/>
                </a:lnTo>
                <a:lnTo>
                  <a:pt x="419427" y="90048"/>
                </a:lnTo>
                <a:lnTo>
                  <a:pt x="384281" y="109921"/>
                </a:lnTo>
                <a:lnTo>
                  <a:pt x="350454" y="131487"/>
                </a:lnTo>
                <a:lnTo>
                  <a:pt x="317978" y="154670"/>
                </a:lnTo>
                <a:lnTo>
                  <a:pt x="286886" y="179395"/>
                </a:lnTo>
                <a:lnTo>
                  <a:pt x="257212" y="205587"/>
                </a:lnTo>
                <a:lnTo>
                  <a:pt x="228987" y="233168"/>
                </a:lnTo>
                <a:lnTo>
                  <a:pt x="202243" y="262063"/>
                </a:lnTo>
                <a:lnTo>
                  <a:pt x="177015" y="292196"/>
                </a:lnTo>
                <a:lnTo>
                  <a:pt x="153334" y="323492"/>
                </a:lnTo>
                <a:lnTo>
                  <a:pt x="131232" y="355874"/>
                </a:lnTo>
                <a:lnTo>
                  <a:pt x="110744" y="389266"/>
                </a:lnTo>
                <a:lnTo>
                  <a:pt x="91900" y="423592"/>
                </a:lnTo>
                <a:lnTo>
                  <a:pt x="74734" y="458778"/>
                </a:lnTo>
                <a:lnTo>
                  <a:pt x="59279" y="494746"/>
                </a:lnTo>
                <a:lnTo>
                  <a:pt x="45566" y="531420"/>
                </a:lnTo>
                <a:lnTo>
                  <a:pt x="33630" y="568726"/>
                </a:lnTo>
                <a:lnTo>
                  <a:pt x="23501" y="606586"/>
                </a:lnTo>
                <a:lnTo>
                  <a:pt x="15214" y="644925"/>
                </a:lnTo>
                <a:lnTo>
                  <a:pt x="8800" y="683668"/>
                </a:lnTo>
                <a:lnTo>
                  <a:pt x="4292" y="722737"/>
                </a:lnTo>
                <a:lnTo>
                  <a:pt x="1722" y="762058"/>
                </a:lnTo>
                <a:lnTo>
                  <a:pt x="1124" y="801554"/>
                </a:lnTo>
                <a:lnTo>
                  <a:pt x="2531" y="841150"/>
                </a:lnTo>
                <a:lnTo>
                  <a:pt x="5973" y="880769"/>
                </a:lnTo>
                <a:lnTo>
                  <a:pt x="11485" y="920336"/>
                </a:lnTo>
                <a:lnTo>
                  <a:pt x="19099" y="959774"/>
                </a:lnTo>
                <a:lnTo>
                  <a:pt x="28847" y="999009"/>
                </a:lnTo>
                <a:lnTo>
                  <a:pt x="40762" y="1037963"/>
                </a:lnTo>
                <a:lnTo>
                  <a:pt x="54877" y="1076561"/>
                </a:lnTo>
                <a:lnTo>
                  <a:pt x="71224" y="1114727"/>
                </a:lnTo>
                <a:lnTo>
                  <a:pt x="89837" y="1152385"/>
                </a:lnTo>
                <a:lnTo>
                  <a:pt x="110746" y="1189459"/>
                </a:lnTo>
                <a:lnTo>
                  <a:pt x="133986" y="1225874"/>
                </a:lnTo>
                <a:lnTo>
                  <a:pt x="159589" y="1261553"/>
                </a:lnTo>
                <a:lnTo>
                  <a:pt x="187587" y="1296421"/>
                </a:lnTo>
                <a:lnTo>
                  <a:pt x="218013" y="1330401"/>
                </a:lnTo>
                <a:lnTo>
                  <a:pt x="4895435" y="6282817"/>
                </a:lnTo>
                <a:lnTo>
                  <a:pt x="4930752" y="6317920"/>
                </a:lnTo>
                <a:lnTo>
                  <a:pt x="4967999" y="6350543"/>
                </a:lnTo>
                <a:lnTo>
                  <a:pt x="5007042" y="6380629"/>
                </a:lnTo>
                <a:lnTo>
                  <a:pt x="5047750" y="6408122"/>
                </a:lnTo>
                <a:lnTo>
                  <a:pt x="5089990" y="6432963"/>
                </a:lnTo>
                <a:lnTo>
                  <a:pt x="5133629" y="6455095"/>
                </a:lnTo>
                <a:lnTo>
                  <a:pt x="5178534" y="6474462"/>
                </a:lnTo>
                <a:lnTo>
                  <a:pt x="5224574" y="6491007"/>
                </a:lnTo>
                <a:lnTo>
                  <a:pt x="5271615" y="6504671"/>
                </a:lnTo>
                <a:lnTo>
                  <a:pt x="5319524" y="6515399"/>
                </a:lnTo>
                <a:lnTo>
                  <a:pt x="5368170" y="6523132"/>
                </a:lnTo>
                <a:lnTo>
                  <a:pt x="5417419" y="6527814"/>
                </a:lnTo>
                <a:lnTo>
                  <a:pt x="5467139" y="6529387"/>
                </a:lnTo>
                <a:lnTo>
                  <a:pt x="6009606" y="6529387"/>
                </a:lnTo>
                <a:lnTo>
                  <a:pt x="6059355" y="6530962"/>
                </a:lnTo>
                <a:lnTo>
                  <a:pt x="6108632" y="6535649"/>
                </a:lnTo>
                <a:lnTo>
                  <a:pt x="6157304" y="6543391"/>
                </a:lnTo>
                <a:lnTo>
                  <a:pt x="6205238" y="6554130"/>
                </a:lnTo>
                <a:lnTo>
                  <a:pt x="6252302" y="6567809"/>
                </a:lnTo>
                <a:lnTo>
                  <a:pt x="6298363" y="6584370"/>
                </a:lnTo>
                <a:lnTo>
                  <a:pt x="6343288" y="6603757"/>
                </a:lnTo>
                <a:lnTo>
                  <a:pt x="6386943" y="6625912"/>
                </a:lnTo>
                <a:lnTo>
                  <a:pt x="6429197" y="6650777"/>
                </a:lnTo>
                <a:lnTo>
                  <a:pt x="6469916" y="6678296"/>
                </a:lnTo>
                <a:lnTo>
                  <a:pt x="6508968" y="6708411"/>
                </a:lnTo>
                <a:lnTo>
                  <a:pt x="6546220" y="6741064"/>
                </a:lnTo>
                <a:lnTo>
                  <a:pt x="6581538" y="6776199"/>
                </a:lnTo>
                <a:lnTo>
                  <a:pt x="7246155" y="7480465"/>
                </a:lnTo>
                <a:lnTo>
                  <a:pt x="7276560" y="7514450"/>
                </a:lnTo>
                <a:lnTo>
                  <a:pt x="7304538" y="7549322"/>
                </a:lnTo>
                <a:lnTo>
                  <a:pt x="7330121" y="7585004"/>
                </a:lnTo>
                <a:lnTo>
                  <a:pt x="7353343" y="7621421"/>
                </a:lnTo>
                <a:lnTo>
                  <a:pt x="7374234" y="7658496"/>
                </a:lnTo>
                <a:lnTo>
                  <a:pt x="7392830" y="7696154"/>
                </a:lnTo>
                <a:lnTo>
                  <a:pt x="7409160" y="7734319"/>
                </a:lnTo>
                <a:lnTo>
                  <a:pt x="7423260" y="7772916"/>
                </a:lnTo>
                <a:lnTo>
                  <a:pt x="7435160" y="7811867"/>
                </a:lnTo>
                <a:lnTo>
                  <a:pt x="7444894" y="7851098"/>
                </a:lnTo>
                <a:lnTo>
                  <a:pt x="7452494" y="7890532"/>
                </a:lnTo>
                <a:lnTo>
                  <a:pt x="7457994" y="7930094"/>
                </a:lnTo>
                <a:lnTo>
                  <a:pt x="7461424" y="7969708"/>
                </a:lnTo>
                <a:lnTo>
                  <a:pt x="7462819" y="8009298"/>
                </a:lnTo>
                <a:lnTo>
                  <a:pt x="7462211" y="8048787"/>
                </a:lnTo>
                <a:lnTo>
                  <a:pt x="7459632" y="8088101"/>
                </a:lnTo>
                <a:lnTo>
                  <a:pt x="7455115" y="8127163"/>
                </a:lnTo>
                <a:lnTo>
                  <a:pt x="7448692" y="8165898"/>
                </a:lnTo>
                <a:lnTo>
                  <a:pt x="7440397" y="8204229"/>
                </a:lnTo>
                <a:lnTo>
                  <a:pt x="7430262" y="8242081"/>
                </a:lnTo>
                <a:lnTo>
                  <a:pt x="7418319" y="8279378"/>
                </a:lnTo>
                <a:lnTo>
                  <a:pt x="7404601" y="8316043"/>
                </a:lnTo>
                <a:lnTo>
                  <a:pt x="7389140" y="8352002"/>
                </a:lnTo>
                <a:lnTo>
                  <a:pt x="7371970" y="8387178"/>
                </a:lnTo>
                <a:lnTo>
                  <a:pt x="7353123" y="8421495"/>
                </a:lnTo>
                <a:lnTo>
                  <a:pt x="7332632" y="8454878"/>
                </a:lnTo>
                <a:lnTo>
                  <a:pt x="7310528" y="8487251"/>
                </a:lnTo>
                <a:lnTo>
                  <a:pt x="7286846" y="8518537"/>
                </a:lnTo>
                <a:lnTo>
                  <a:pt x="7261617" y="8548662"/>
                </a:lnTo>
                <a:lnTo>
                  <a:pt x="7234873" y="8577548"/>
                </a:lnTo>
                <a:lnTo>
                  <a:pt x="7206649" y="8605121"/>
                </a:lnTo>
                <a:lnTo>
                  <a:pt x="7176975" y="8631303"/>
                </a:lnTo>
                <a:lnTo>
                  <a:pt x="7145886" y="8656021"/>
                </a:lnTo>
                <a:lnTo>
                  <a:pt x="7113413" y="8679197"/>
                </a:lnTo>
                <a:lnTo>
                  <a:pt x="7079589" y="8700755"/>
                </a:lnTo>
                <a:lnTo>
                  <a:pt x="7044446" y="8720621"/>
                </a:lnTo>
                <a:lnTo>
                  <a:pt x="7008018" y="8738717"/>
                </a:lnTo>
                <a:lnTo>
                  <a:pt x="6970337" y="8754969"/>
                </a:lnTo>
                <a:lnTo>
                  <a:pt x="6931435" y="8769300"/>
                </a:lnTo>
                <a:lnTo>
                  <a:pt x="6891346" y="8781634"/>
                </a:lnTo>
                <a:lnTo>
                  <a:pt x="6850101" y="8791896"/>
                </a:lnTo>
                <a:lnTo>
                  <a:pt x="6807734" y="8800009"/>
                </a:lnTo>
                <a:lnTo>
                  <a:pt x="6764277" y="8805898"/>
                </a:lnTo>
                <a:lnTo>
                  <a:pt x="6719762" y="8809487"/>
                </a:lnTo>
                <a:lnTo>
                  <a:pt x="6674223" y="8810701"/>
                </a:lnTo>
                <a:lnTo>
                  <a:pt x="5070810" y="8810701"/>
                </a:lnTo>
                <a:lnTo>
                  <a:pt x="5021093" y="8812274"/>
                </a:lnTo>
                <a:lnTo>
                  <a:pt x="4971848" y="8816955"/>
                </a:lnTo>
                <a:lnTo>
                  <a:pt x="4923206" y="8824687"/>
                </a:lnTo>
                <a:lnTo>
                  <a:pt x="4875300" y="8835412"/>
                </a:lnTo>
                <a:lnTo>
                  <a:pt x="4828264" y="8849074"/>
                </a:lnTo>
                <a:lnTo>
                  <a:pt x="4782229" y="8865615"/>
                </a:lnTo>
                <a:lnTo>
                  <a:pt x="4737327" y="8884977"/>
                </a:lnTo>
                <a:lnTo>
                  <a:pt x="4693693" y="8907105"/>
                </a:lnTo>
                <a:lnTo>
                  <a:pt x="4651457" y="8931939"/>
                </a:lnTo>
                <a:lnTo>
                  <a:pt x="4610753" y="8959424"/>
                </a:lnTo>
                <a:lnTo>
                  <a:pt x="4571714" y="8989502"/>
                </a:lnTo>
                <a:lnTo>
                  <a:pt x="4534471" y="9022116"/>
                </a:lnTo>
                <a:lnTo>
                  <a:pt x="4499157" y="9057208"/>
                </a:lnTo>
                <a:lnTo>
                  <a:pt x="216984" y="13590308"/>
                </a:lnTo>
                <a:lnTo>
                  <a:pt x="186553" y="13624288"/>
                </a:lnTo>
                <a:lnTo>
                  <a:pt x="158550" y="13659156"/>
                </a:lnTo>
                <a:lnTo>
                  <a:pt x="132943" y="13694835"/>
                </a:lnTo>
                <a:lnTo>
                  <a:pt x="109699" y="13731250"/>
                </a:lnTo>
                <a:lnTo>
                  <a:pt x="88785" y="13768326"/>
                </a:lnTo>
                <a:lnTo>
                  <a:pt x="70169" y="13805985"/>
                </a:lnTo>
                <a:lnTo>
                  <a:pt x="53817" y="13844152"/>
                </a:lnTo>
                <a:lnTo>
                  <a:pt x="39699" y="13882751"/>
                </a:lnTo>
                <a:lnTo>
                  <a:pt x="27780" y="13921706"/>
                </a:lnTo>
                <a:lnTo>
                  <a:pt x="18029" y="13960942"/>
                </a:lnTo>
                <a:lnTo>
                  <a:pt x="10412" y="14000382"/>
                </a:lnTo>
                <a:lnTo>
                  <a:pt x="4897" y="14039950"/>
                </a:lnTo>
                <a:lnTo>
                  <a:pt x="1451" y="14079571"/>
                </a:lnTo>
                <a:lnTo>
                  <a:pt x="0" y="14119168"/>
                </a:lnTo>
                <a:lnTo>
                  <a:pt x="638" y="14158666"/>
                </a:lnTo>
                <a:lnTo>
                  <a:pt x="3205" y="14197989"/>
                </a:lnTo>
                <a:lnTo>
                  <a:pt x="7711" y="14237061"/>
                </a:lnTo>
                <a:lnTo>
                  <a:pt x="14123" y="14275805"/>
                </a:lnTo>
                <a:lnTo>
                  <a:pt x="22409" y="14314147"/>
                </a:lnTo>
                <a:lnTo>
                  <a:pt x="32536" y="14352009"/>
                </a:lnTo>
                <a:lnTo>
                  <a:pt x="44471" y="14389317"/>
                </a:lnTo>
                <a:lnTo>
                  <a:pt x="58182" y="14425993"/>
                </a:lnTo>
                <a:lnTo>
                  <a:pt x="73637" y="14461963"/>
                </a:lnTo>
                <a:lnTo>
                  <a:pt x="90802" y="14497151"/>
                </a:lnTo>
                <a:lnTo>
                  <a:pt x="109645" y="14531480"/>
                </a:lnTo>
                <a:lnTo>
                  <a:pt x="130133" y="14564874"/>
                </a:lnTo>
                <a:lnTo>
                  <a:pt x="152234" y="14597258"/>
                </a:lnTo>
                <a:lnTo>
                  <a:pt x="175915" y="14628555"/>
                </a:lnTo>
                <a:lnTo>
                  <a:pt x="201143" y="14658691"/>
                </a:lnTo>
                <a:lnTo>
                  <a:pt x="227886" y="14687588"/>
                </a:lnTo>
                <a:lnTo>
                  <a:pt x="256112" y="14715171"/>
                </a:lnTo>
                <a:lnTo>
                  <a:pt x="285787" y="14741364"/>
                </a:lnTo>
                <a:lnTo>
                  <a:pt x="316879" y="14766091"/>
                </a:lnTo>
                <a:lnTo>
                  <a:pt x="349356" y="14789276"/>
                </a:lnTo>
                <a:lnTo>
                  <a:pt x="383184" y="14810843"/>
                </a:lnTo>
                <a:lnTo>
                  <a:pt x="418331" y="14830717"/>
                </a:lnTo>
                <a:lnTo>
                  <a:pt x="454765" y="14848821"/>
                </a:lnTo>
                <a:lnTo>
                  <a:pt x="492453" y="14865079"/>
                </a:lnTo>
                <a:lnTo>
                  <a:pt x="531362" y="14879416"/>
                </a:lnTo>
                <a:lnTo>
                  <a:pt x="571460" y="14891756"/>
                </a:lnTo>
                <a:lnTo>
                  <a:pt x="612714" y="14902022"/>
                </a:lnTo>
                <a:lnTo>
                  <a:pt x="655091" y="14910139"/>
                </a:lnTo>
                <a:lnTo>
                  <a:pt x="698559" y="14916031"/>
                </a:lnTo>
                <a:lnTo>
                  <a:pt x="743085" y="14919622"/>
                </a:lnTo>
                <a:lnTo>
                  <a:pt x="788636" y="14920836"/>
                </a:lnTo>
                <a:lnTo>
                  <a:pt x="3607821" y="14920836"/>
                </a:lnTo>
                <a:lnTo>
                  <a:pt x="3657537" y="14919263"/>
                </a:lnTo>
                <a:lnTo>
                  <a:pt x="3706783" y="14914582"/>
                </a:lnTo>
                <a:lnTo>
                  <a:pt x="3755425" y="14906850"/>
                </a:lnTo>
                <a:lnTo>
                  <a:pt x="3803330" y="14896124"/>
                </a:lnTo>
                <a:lnTo>
                  <a:pt x="3850367" y="14882462"/>
                </a:lnTo>
                <a:lnTo>
                  <a:pt x="3896403" y="14865921"/>
                </a:lnTo>
                <a:lnTo>
                  <a:pt x="3941305" y="14846557"/>
                </a:lnTo>
                <a:lnTo>
                  <a:pt x="3984940" y="14824429"/>
                </a:lnTo>
                <a:lnTo>
                  <a:pt x="4027177" y="14799593"/>
                </a:lnTo>
                <a:lnTo>
                  <a:pt x="4067883" y="14772106"/>
                </a:lnTo>
                <a:lnTo>
                  <a:pt x="4106924" y="14742027"/>
                </a:lnTo>
                <a:lnTo>
                  <a:pt x="4144169" y="14709411"/>
                </a:lnTo>
                <a:lnTo>
                  <a:pt x="4179486" y="14674316"/>
                </a:lnTo>
                <a:lnTo>
                  <a:pt x="9466610" y="9077185"/>
                </a:lnTo>
                <a:lnTo>
                  <a:pt x="9500671" y="9043223"/>
                </a:lnTo>
                <a:lnTo>
                  <a:pt x="9536237" y="9011778"/>
                </a:lnTo>
                <a:lnTo>
                  <a:pt x="9573193" y="8982848"/>
                </a:lnTo>
                <a:lnTo>
                  <a:pt x="9577844" y="8979634"/>
                </a:lnTo>
                <a:lnTo>
                  <a:pt x="9577844" y="5940630"/>
                </a:lnTo>
                <a:lnTo>
                  <a:pt x="9536928" y="5908959"/>
                </a:lnTo>
                <a:lnTo>
                  <a:pt x="9501365" y="5877512"/>
                </a:lnTo>
                <a:lnTo>
                  <a:pt x="9467308" y="5843549"/>
                </a:lnTo>
                <a:lnTo>
                  <a:pt x="4180794" y="246494"/>
                </a:lnTo>
                <a:lnTo>
                  <a:pt x="4145480" y="211393"/>
                </a:lnTo>
                <a:lnTo>
                  <a:pt x="4108236" y="178772"/>
                </a:lnTo>
                <a:lnTo>
                  <a:pt x="4069194" y="148688"/>
                </a:lnTo>
                <a:lnTo>
                  <a:pt x="4028488" y="121197"/>
                </a:lnTo>
                <a:lnTo>
                  <a:pt x="3986249" y="96357"/>
                </a:lnTo>
                <a:lnTo>
                  <a:pt x="3942611" y="74226"/>
                </a:lnTo>
                <a:lnTo>
                  <a:pt x="3897706" y="54859"/>
                </a:lnTo>
                <a:lnTo>
                  <a:pt x="3851667" y="38315"/>
                </a:lnTo>
                <a:lnTo>
                  <a:pt x="3804627" y="24651"/>
                </a:lnTo>
                <a:lnTo>
                  <a:pt x="3756718" y="13924"/>
                </a:lnTo>
                <a:lnTo>
                  <a:pt x="3708072" y="6191"/>
                </a:lnTo>
                <a:lnTo>
                  <a:pt x="3658823" y="1509"/>
                </a:lnTo>
                <a:lnTo>
                  <a:pt x="3609103" y="0"/>
                </a:lnTo>
                <a:close/>
              </a:path>
            </a:pathLst>
          </a:custGeom>
          <a:solidFill>
            <a:srgbClr val="B1D67D">
              <a:alpha val="9999"/>
            </a:srgbClr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011D7E-6991-FE2C-F930-E5ACC97260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5791" y="18703011"/>
            <a:ext cx="9014510" cy="3073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303A46B-0F80-9328-3441-B76AC659471F}"/>
              </a:ext>
            </a:extLst>
          </p:cNvPr>
          <p:cNvSpPr txBox="1"/>
          <p:nvPr/>
        </p:nvSpPr>
        <p:spPr>
          <a:xfrm>
            <a:off x="5766370" y="1188646"/>
            <a:ext cx="2263140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1A3180"/>
                </a:solidFill>
                <a:latin typeface="Verdana"/>
                <a:cs typeface="Verdana"/>
              </a:rPr>
              <a:t>Smart</a:t>
            </a:r>
            <a:r>
              <a:rPr sz="1500" spc="-95" dirty="0">
                <a:solidFill>
                  <a:srgbClr val="1A318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1A3180"/>
                </a:solidFill>
                <a:latin typeface="Verdana"/>
                <a:cs typeface="Verdana"/>
              </a:rPr>
              <a:t>Spaces</a:t>
            </a:r>
            <a:r>
              <a:rPr sz="1500" spc="-95" dirty="0">
                <a:solidFill>
                  <a:srgbClr val="1A318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1A3180"/>
                </a:solidFill>
                <a:latin typeface="Verdana"/>
                <a:cs typeface="Verdana"/>
              </a:rPr>
              <a:t>Solutions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C1074CA-94D0-3557-155E-010BD8D07DA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1242" y="588480"/>
            <a:ext cx="3393802" cy="48221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301DC74-39E6-2301-533B-E75A1D539E97}"/>
              </a:ext>
            </a:extLst>
          </p:cNvPr>
          <p:cNvSpPr txBox="1"/>
          <p:nvPr/>
        </p:nvSpPr>
        <p:spPr>
          <a:xfrm>
            <a:off x="675847" y="18522808"/>
            <a:ext cx="2749550" cy="2425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400" spc="-75" dirty="0">
                <a:solidFill>
                  <a:srgbClr val="39205A"/>
                </a:solidFill>
                <a:latin typeface="Verdana"/>
                <a:cs typeface="Verdana"/>
              </a:rPr>
              <a:t>X</a:t>
            </a:r>
            <a:r>
              <a:rPr sz="1400" spc="-114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9205A"/>
                </a:solidFill>
                <a:latin typeface="Verdana"/>
                <a:cs typeface="Verdana"/>
              </a:rPr>
              <a:t>Nova</a:t>
            </a:r>
            <a:r>
              <a:rPr sz="1400" spc="-110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9205A"/>
                </a:solidFill>
                <a:latin typeface="Verdana"/>
                <a:cs typeface="Verdana"/>
              </a:rPr>
              <a:t>Smart</a:t>
            </a:r>
            <a:r>
              <a:rPr sz="1400" spc="-114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39205A"/>
                </a:solidFill>
                <a:latin typeface="Verdana"/>
                <a:cs typeface="Verdana"/>
              </a:rPr>
              <a:t>Spaces</a:t>
            </a:r>
            <a:r>
              <a:rPr sz="1400" spc="-110" dirty="0">
                <a:solidFill>
                  <a:srgbClr val="39205A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9205A"/>
                </a:solidFill>
                <a:latin typeface="Verdana"/>
                <a:cs typeface="Verdana"/>
              </a:rPr>
              <a:t>Solutions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51390-A330-B265-EA11-3F2E32440368}"/>
              </a:ext>
            </a:extLst>
          </p:cNvPr>
          <p:cNvSpPr txBox="1"/>
          <p:nvPr/>
        </p:nvSpPr>
        <p:spPr>
          <a:xfrm>
            <a:off x="675847" y="1859492"/>
            <a:ext cx="123638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EG" sz="6000" b="1" dirty="0">
                <a:solidFill>
                  <a:srgbClr val="3E3087"/>
                </a:solidFill>
                <a:latin typeface="Montserrat" pitchFamily="2" charset="77"/>
                <a:ea typeface="Verdana" panose="020B0604030504040204" pitchFamily="34" charset="0"/>
                <a:cs typeface="Verdana" panose="020B0604030504040204" pitchFamily="34" charset="0"/>
              </a:rPr>
              <a:t>General Terms &amp; Conditions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B3C9B0-8BEB-B171-C9B2-12989FBB1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819626"/>
              </p:ext>
            </p:extLst>
          </p:nvPr>
        </p:nvGraphicFramePr>
        <p:xfrm>
          <a:off x="716001" y="3185573"/>
          <a:ext cx="12363878" cy="14178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63878">
                  <a:extLst>
                    <a:ext uri="{9D8B030D-6E8A-4147-A177-3AD203B41FA5}">
                      <a16:colId xmlns:a16="http://schemas.microsoft.com/office/drawing/2014/main" val="3477407554"/>
                    </a:ext>
                  </a:extLst>
                </a:gridCol>
              </a:tblGrid>
              <a:tr h="24945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4. Delivery &amp; Installation</a:t>
                      </a:r>
                    </a:p>
                    <a:p>
                      <a:pPr marL="457200" marR="0" lvl="0" indent="-45720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Delivery will take place within 45 days from receipt of the initial payment or as otherwise agreed upon in the project schedule.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Installation timelines will be agreed based on the project schedule.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solidFill>
                            <a:schemeClr val="tx1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Any delay due to incomplete site readiness is the responsibility of the client/contractor and may affect the completion date.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1882059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5. Warranty &amp; Customization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supplied products and installations are covered by a 2-year warranty starting from the date of final handover.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 3-month full customization period is granted to the client after handover, during which system settings and configurations can be adjusted free of charge.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Warranty excludes damages caused by misuse, third-party interference, or site-related issues.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8499770"/>
                  </a:ext>
                </a:extLst>
              </a:tr>
              <a:tr h="24384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6. Liability</a:t>
                      </a:r>
                      <a:endParaRPr lang="en-US" sz="3200" b="1" dirty="0"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 Nova’s liability is limited to the scope of supply and installation specified.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We are not responsible for indirect damages, delays caused by other contractors, or any works outside our agreed scope.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966683"/>
                  </a:ext>
                </a:extLst>
              </a:tr>
              <a:tr h="37758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1" dirty="0">
                          <a:solidFill>
                            <a:srgbClr val="3E3087"/>
                          </a:solidFill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7. Handover</a:t>
                      </a:r>
                      <a:endParaRPr lang="en-US" sz="3200" b="1" dirty="0">
                        <a:latin typeface="Montserrat" pitchFamily="2" charset="77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Montserrat" pitchFamily="2" charset="77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Final handover will be signed after successful testing and receipt of the final payment.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7083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195C1DE-CD8E-2461-84BC-8595EDCD9D63}"/>
              </a:ext>
            </a:extLst>
          </p:cNvPr>
          <p:cNvSpPr txBox="1"/>
          <p:nvPr/>
        </p:nvSpPr>
        <p:spPr>
          <a:xfrm>
            <a:off x="1065083" y="15510978"/>
            <a:ext cx="11585404" cy="14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dirty="0">
                <a:latin typeface="Aptos Display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Note: This quotation and terms shall form a binding contract once signed by the client or confirmed officially via company email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7E425-66C7-7F36-D706-0949325DB877}"/>
              </a:ext>
            </a:extLst>
          </p:cNvPr>
          <p:cNvSpPr txBox="1"/>
          <p:nvPr/>
        </p:nvSpPr>
        <p:spPr>
          <a:xfrm>
            <a:off x="870465" y="17791534"/>
            <a:ext cx="11974640" cy="49988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b="1" i="1" dirty="0">
                <a:latin typeface="Montserrat" pitchFamily="2" charset="77"/>
                <a:ea typeface="Verdana" panose="020B0604030504040204" pitchFamily="34" charset="0"/>
                <a:cs typeface="Verdana" panose="020B0604030504040204" pitchFamily="34" charset="0"/>
              </a:rPr>
              <a:t>Commercial Registration: 268881</a:t>
            </a:r>
            <a:r>
              <a:rPr lang="ar-SA" sz="2000" b="1" i="1" dirty="0">
                <a:latin typeface="Montserrat" pitchFamily="2" charset="77"/>
                <a:ea typeface="Verdana" panose="020B0604030504040204" pitchFamily="34" charset="0"/>
                <a:cs typeface="Verdana" panose="020B0604030504040204" pitchFamily="34" charset="0"/>
              </a:rPr>
              <a:t>				</a:t>
            </a:r>
            <a:r>
              <a:rPr lang="en-US" sz="2000" b="1" i="1" dirty="0">
                <a:latin typeface="Montserrat" pitchFamily="2" charset="77"/>
                <a:ea typeface="Verdana" panose="020B0604030504040204" pitchFamily="34" charset="0"/>
                <a:cs typeface="Verdana" panose="020B0604030504040204" pitchFamily="34" charset="0"/>
              </a:rPr>
              <a:t>Tax Card: 2546296263866790</a:t>
            </a:r>
          </a:p>
        </p:txBody>
      </p:sp>
    </p:spTree>
    <p:extLst>
      <p:ext uri="{BB962C8B-B14F-4D97-AF65-F5344CB8AC3E}">
        <p14:creationId xmlns:p14="http://schemas.microsoft.com/office/powerpoint/2010/main" val="254057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2668" y="4356"/>
            <a:ext cx="13715238" cy="1943299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55609" y="16655149"/>
            <a:ext cx="620458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1100"/>
              </a:lnSpc>
              <a:spcBef>
                <a:spcPts val="95"/>
              </a:spcBef>
            </a:pPr>
            <a:r>
              <a:rPr sz="3300" spc="105" dirty="0">
                <a:solidFill>
                  <a:srgbClr val="FFFFFF"/>
                </a:solidFill>
                <a:latin typeface="Verdana"/>
                <a:cs typeface="Verdana"/>
              </a:rPr>
              <a:t>44</a:t>
            </a:r>
            <a:r>
              <a:rPr sz="33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95" dirty="0">
                <a:solidFill>
                  <a:srgbClr val="FFFFFF"/>
                </a:solidFill>
                <a:latin typeface="Verdana"/>
                <a:cs typeface="Verdana"/>
              </a:rPr>
              <a:t>Abbas</a:t>
            </a:r>
            <a:r>
              <a:rPr sz="33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100" dirty="0">
                <a:solidFill>
                  <a:srgbClr val="FFFFFF"/>
                </a:solidFill>
                <a:latin typeface="Verdana"/>
                <a:cs typeface="Verdana"/>
              </a:rPr>
              <a:t>al-</a:t>
            </a:r>
            <a:r>
              <a:rPr sz="3300" dirty="0">
                <a:solidFill>
                  <a:srgbClr val="FFFFFF"/>
                </a:solidFill>
                <a:latin typeface="Verdana"/>
                <a:cs typeface="Verdana"/>
              </a:rPr>
              <a:t>Aqqad,</a:t>
            </a:r>
            <a:r>
              <a:rPr sz="33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dirty="0">
                <a:solidFill>
                  <a:srgbClr val="FFFFFF"/>
                </a:solidFill>
                <a:latin typeface="Verdana"/>
                <a:cs typeface="Verdana"/>
              </a:rPr>
              <a:t>Nasr</a:t>
            </a:r>
            <a:r>
              <a:rPr sz="33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20" dirty="0">
                <a:solidFill>
                  <a:srgbClr val="FFFFFF"/>
                </a:solidFill>
                <a:latin typeface="Verdana"/>
                <a:cs typeface="Verdana"/>
              </a:rPr>
              <a:t>City </a:t>
            </a:r>
            <a:r>
              <a:rPr sz="3300" spc="-10" dirty="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www.xnova.cloud</a:t>
            </a:r>
            <a:endParaRPr sz="33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3300" spc="-570" dirty="0">
                <a:solidFill>
                  <a:srgbClr val="FFFFFF"/>
                </a:solidFill>
                <a:latin typeface="Verdana"/>
                <a:cs typeface="Verdana"/>
              </a:rPr>
              <a:t>011</a:t>
            </a:r>
            <a:r>
              <a:rPr sz="33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570" dirty="0">
                <a:solidFill>
                  <a:srgbClr val="FFFFFF"/>
                </a:solidFill>
                <a:latin typeface="Verdana"/>
                <a:cs typeface="Verdana"/>
              </a:rPr>
              <a:t>011</a:t>
            </a:r>
            <a:r>
              <a:rPr sz="33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70" dirty="0">
                <a:solidFill>
                  <a:srgbClr val="FFFFFF"/>
                </a:solidFill>
                <a:latin typeface="Verdana"/>
                <a:cs typeface="Verdana"/>
              </a:rPr>
              <a:t>69</a:t>
            </a:r>
            <a:r>
              <a:rPr sz="33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300" spc="-320" dirty="0">
                <a:solidFill>
                  <a:srgbClr val="FFFFFF"/>
                </a:solidFill>
                <a:latin typeface="Verdana"/>
                <a:cs typeface="Verdana"/>
              </a:rPr>
              <a:t>601</a:t>
            </a:r>
            <a:endParaRPr sz="33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3869" y="12269470"/>
            <a:ext cx="315976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Smart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Spaces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Solutions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68007" y="11220375"/>
            <a:ext cx="4754880" cy="675640"/>
          </a:xfrm>
          <a:custGeom>
            <a:avLst/>
            <a:gdLst/>
            <a:ahLst/>
            <a:cxnLst/>
            <a:rect l="l" t="t" r="r" b="b"/>
            <a:pathLst>
              <a:path w="4754880" h="675640">
                <a:moveTo>
                  <a:pt x="1180911" y="353631"/>
                </a:moveTo>
                <a:lnTo>
                  <a:pt x="948336" y="353631"/>
                </a:lnTo>
                <a:lnTo>
                  <a:pt x="930075" y="359210"/>
                </a:lnTo>
                <a:lnTo>
                  <a:pt x="918899" y="372995"/>
                </a:lnTo>
                <a:lnTo>
                  <a:pt x="916698" y="390557"/>
                </a:lnTo>
                <a:lnTo>
                  <a:pt x="925361" y="407466"/>
                </a:lnTo>
                <a:lnTo>
                  <a:pt x="963119" y="446227"/>
                </a:lnTo>
                <a:lnTo>
                  <a:pt x="971412" y="449719"/>
                </a:lnTo>
                <a:lnTo>
                  <a:pt x="1203987" y="449719"/>
                </a:lnTo>
                <a:lnTo>
                  <a:pt x="1222246" y="444140"/>
                </a:lnTo>
                <a:lnTo>
                  <a:pt x="1233417" y="430353"/>
                </a:lnTo>
                <a:lnTo>
                  <a:pt x="1235614" y="412788"/>
                </a:lnTo>
                <a:lnTo>
                  <a:pt x="1226948" y="395871"/>
                </a:lnTo>
                <a:lnTo>
                  <a:pt x="1189191" y="357124"/>
                </a:lnTo>
                <a:lnTo>
                  <a:pt x="1180911" y="353631"/>
                </a:lnTo>
                <a:close/>
              </a:path>
              <a:path w="4754880" h="675640">
                <a:moveTo>
                  <a:pt x="164390" y="0"/>
                </a:moveTo>
                <a:lnTo>
                  <a:pt x="35663" y="0"/>
                </a:lnTo>
                <a:lnTo>
                  <a:pt x="15224" y="6213"/>
                </a:lnTo>
                <a:lnTo>
                  <a:pt x="2647" y="21588"/>
                </a:lnTo>
                <a:lnTo>
                  <a:pt x="52" y="41228"/>
                </a:lnTo>
                <a:lnTo>
                  <a:pt x="9552" y="60236"/>
                </a:lnTo>
                <a:lnTo>
                  <a:pt x="223115" y="284454"/>
                </a:lnTo>
                <a:lnTo>
                  <a:pt x="249226" y="295617"/>
                </a:lnTo>
                <a:lnTo>
                  <a:pt x="273991" y="295617"/>
                </a:lnTo>
                <a:lnTo>
                  <a:pt x="281286" y="296360"/>
                </a:lnTo>
                <a:lnTo>
                  <a:pt x="330455" y="338683"/>
                </a:lnTo>
                <a:lnTo>
                  <a:pt x="339943" y="357694"/>
                </a:lnTo>
                <a:lnTo>
                  <a:pt x="337339" y="377329"/>
                </a:lnTo>
                <a:lnTo>
                  <a:pt x="324762" y="392697"/>
                </a:lnTo>
                <a:lnTo>
                  <a:pt x="304331" y="398907"/>
                </a:lnTo>
                <a:lnTo>
                  <a:pt x="231129" y="398907"/>
                </a:lnTo>
                <a:lnTo>
                  <a:pt x="223836" y="399647"/>
                </a:lnTo>
                <a:lnTo>
                  <a:pt x="9495" y="615302"/>
                </a:lnTo>
                <a:lnTo>
                  <a:pt x="0" y="634310"/>
                </a:lnTo>
                <a:lnTo>
                  <a:pt x="2598" y="653949"/>
                </a:lnTo>
                <a:lnTo>
                  <a:pt x="15176" y="669325"/>
                </a:lnTo>
                <a:lnTo>
                  <a:pt x="35612" y="675538"/>
                </a:lnTo>
                <a:lnTo>
                  <a:pt x="164327" y="675538"/>
                </a:lnTo>
                <a:lnTo>
                  <a:pt x="431839" y="410972"/>
                </a:lnTo>
                <a:lnTo>
                  <a:pt x="443981" y="402599"/>
                </a:lnTo>
                <a:lnTo>
                  <a:pt x="457938" y="399808"/>
                </a:lnTo>
                <a:lnTo>
                  <a:pt x="703316" y="399808"/>
                </a:lnTo>
                <a:lnTo>
                  <a:pt x="662002" y="355955"/>
                </a:lnTo>
                <a:lnTo>
                  <a:pt x="654641" y="344258"/>
                </a:lnTo>
                <a:lnTo>
                  <a:pt x="652300" y="331123"/>
                </a:lnTo>
                <a:lnTo>
                  <a:pt x="654963" y="318050"/>
                </a:lnTo>
                <a:lnTo>
                  <a:pt x="662611" y="306539"/>
                </a:lnTo>
                <a:lnTo>
                  <a:pt x="693107" y="275729"/>
                </a:lnTo>
                <a:lnTo>
                  <a:pt x="457965" y="275729"/>
                </a:lnTo>
                <a:lnTo>
                  <a:pt x="444007" y="272938"/>
                </a:lnTo>
                <a:lnTo>
                  <a:pt x="431865" y="264566"/>
                </a:lnTo>
                <a:lnTo>
                  <a:pt x="190489" y="11163"/>
                </a:lnTo>
                <a:lnTo>
                  <a:pt x="184937" y="6413"/>
                </a:lnTo>
                <a:lnTo>
                  <a:pt x="178597" y="2909"/>
                </a:lnTo>
                <a:lnTo>
                  <a:pt x="171677" y="742"/>
                </a:lnTo>
                <a:lnTo>
                  <a:pt x="164390" y="0"/>
                </a:lnTo>
                <a:close/>
              </a:path>
              <a:path w="4754880" h="675640">
                <a:moveTo>
                  <a:pt x="703316" y="399808"/>
                </a:moveTo>
                <a:lnTo>
                  <a:pt x="457938" y="399808"/>
                </a:lnTo>
                <a:lnTo>
                  <a:pt x="471894" y="402599"/>
                </a:lnTo>
                <a:lnTo>
                  <a:pt x="484036" y="410972"/>
                </a:lnTo>
                <a:lnTo>
                  <a:pt x="725413" y="664375"/>
                </a:lnTo>
                <a:lnTo>
                  <a:pt x="751511" y="675538"/>
                </a:lnTo>
                <a:lnTo>
                  <a:pt x="880238" y="675538"/>
                </a:lnTo>
                <a:lnTo>
                  <a:pt x="900674" y="669325"/>
                </a:lnTo>
                <a:lnTo>
                  <a:pt x="913247" y="653949"/>
                </a:lnTo>
                <a:lnTo>
                  <a:pt x="915841" y="634310"/>
                </a:lnTo>
                <a:lnTo>
                  <a:pt x="906337" y="615302"/>
                </a:lnTo>
                <a:lnTo>
                  <a:pt x="703316" y="399808"/>
                </a:lnTo>
                <a:close/>
              </a:path>
              <a:path w="4754880" h="675640">
                <a:moveTo>
                  <a:pt x="880289" y="0"/>
                </a:moveTo>
                <a:lnTo>
                  <a:pt x="751575" y="0"/>
                </a:lnTo>
                <a:lnTo>
                  <a:pt x="744287" y="742"/>
                </a:lnTo>
                <a:lnTo>
                  <a:pt x="737368" y="2909"/>
                </a:lnTo>
                <a:lnTo>
                  <a:pt x="731027" y="6413"/>
                </a:lnTo>
                <a:lnTo>
                  <a:pt x="725476" y="11163"/>
                </a:lnTo>
                <a:lnTo>
                  <a:pt x="484075" y="264566"/>
                </a:lnTo>
                <a:lnTo>
                  <a:pt x="471925" y="272938"/>
                </a:lnTo>
                <a:lnTo>
                  <a:pt x="457965" y="275729"/>
                </a:lnTo>
                <a:lnTo>
                  <a:pt x="693107" y="275729"/>
                </a:lnTo>
                <a:lnTo>
                  <a:pt x="906400" y="60236"/>
                </a:lnTo>
                <a:lnTo>
                  <a:pt x="915903" y="41228"/>
                </a:lnTo>
                <a:lnTo>
                  <a:pt x="913304" y="21588"/>
                </a:lnTo>
                <a:lnTo>
                  <a:pt x="900726" y="6213"/>
                </a:lnTo>
                <a:lnTo>
                  <a:pt x="880289" y="0"/>
                </a:lnTo>
                <a:close/>
              </a:path>
              <a:path w="4754880" h="675640">
                <a:moveTo>
                  <a:pt x="2974341" y="127863"/>
                </a:moveTo>
                <a:lnTo>
                  <a:pt x="2555533" y="127863"/>
                </a:lnTo>
                <a:lnTo>
                  <a:pt x="2542584" y="130460"/>
                </a:lnTo>
                <a:lnTo>
                  <a:pt x="2532011" y="137542"/>
                </a:lnTo>
                <a:lnTo>
                  <a:pt x="2524885" y="148046"/>
                </a:lnTo>
                <a:lnTo>
                  <a:pt x="2522272" y="160909"/>
                </a:lnTo>
                <a:lnTo>
                  <a:pt x="2522285" y="189230"/>
                </a:lnTo>
                <a:lnTo>
                  <a:pt x="2519672" y="202092"/>
                </a:lnTo>
                <a:lnTo>
                  <a:pt x="2512546" y="212596"/>
                </a:lnTo>
                <a:lnTo>
                  <a:pt x="2501973" y="219678"/>
                </a:lnTo>
                <a:lnTo>
                  <a:pt x="2489024" y="222275"/>
                </a:lnTo>
                <a:lnTo>
                  <a:pt x="2385138" y="222275"/>
                </a:lnTo>
                <a:lnTo>
                  <a:pt x="2372193" y="224872"/>
                </a:lnTo>
                <a:lnTo>
                  <a:pt x="2361620" y="231954"/>
                </a:lnTo>
                <a:lnTo>
                  <a:pt x="2354491" y="242458"/>
                </a:lnTo>
                <a:lnTo>
                  <a:pt x="2352016" y="254635"/>
                </a:lnTo>
                <a:lnTo>
                  <a:pt x="2351902" y="553694"/>
                </a:lnTo>
                <a:lnTo>
                  <a:pt x="2353191" y="562809"/>
                </a:lnTo>
                <a:lnTo>
                  <a:pt x="2529905" y="672045"/>
                </a:lnTo>
                <a:lnTo>
                  <a:pt x="2539608" y="675538"/>
                </a:lnTo>
                <a:lnTo>
                  <a:pt x="2968258" y="675538"/>
                </a:lnTo>
                <a:lnTo>
                  <a:pt x="3001519" y="642505"/>
                </a:lnTo>
                <a:lnTo>
                  <a:pt x="3001532" y="614095"/>
                </a:lnTo>
                <a:lnTo>
                  <a:pt x="3004145" y="601235"/>
                </a:lnTo>
                <a:lnTo>
                  <a:pt x="3011270" y="590735"/>
                </a:lnTo>
                <a:lnTo>
                  <a:pt x="3021838" y="583658"/>
                </a:lnTo>
                <a:lnTo>
                  <a:pt x="3034781" y="581063"/>
                </a:lnTo>
                <a:lnTo>
                  <a:pt x="3138705" y="581063"/>
                </a:lnTo>
                <a:lnTo>
                  <a:pt x="3151647" y="578468"/>
                </a:lnTo>
                <a:lnTo>
                  <a:pt x="3162216" y="571390"/>
                </a:lnTo>
                <a:lnTo>
                  <a:pt x="3169341" y="560890"/>
                </a:lnTo>
                <a:lnTo>
                  <a:pt x="3171953" y="548030"/>
                </a:lnTo>
                <a:lnTo>
                  <a:pt x="3171955" y="534974"/>
                </a:lnTo>
                <a:lnTo>
                  <a:pt x="2555572" y="534974"/>
                </a:lnTo>
                <a:lnTo>
                  <a:pt x="2542629" y="532377"/>
                </a:lnTo>
                <a:lnTo>
                  <a:pt x="2532061" y="525295"/>
                </a:lnTo>
                <a:lnTo>
                  <a:pt x="2524936" y="514791"/>
                </a:lnTo>
                <a:lnTo>
                  <a:pt x="2522323" y="501929"/>
                </a:lnTo>
                <a:lnTo>
                  <a:pt x="2522298" y="301421"/>
                </a:lnTo>
                <a:lnTo>
                  <a:pt x="2524910" y="288559"/>
                </a:lnTo>
                <a:lnTo>
                  <a:pt x="2532037" y="278055"/>
                </a:lnTo>
                <a:lnTo>
                  <a:pt x="2542609" y="270973"/>
                </a:lnTo>
                <a:lnTo>
                  <a:pt x="2555559" y="268376"/>
                </a:lnTo>
                <a:lnTo>
                  <a:pt x="3171978" y="268376"/>
                </a:lnTo>
                <a:lnTo>
                  <a:pt x="3171979" y="254635"/>
                </a:lnTo>
                <a:lnTo>
                  <a:pt x="2984044" y="131343"/>
                </a:lnTo>
                <a:lnTo>
                  <a:pt x="2979434" y="129057"/>
                </a:lnTo>
                <a:lnTo>
                  <a:pt x="2974341" y="127863"/>
                </a:lnTo>
                <a:close/>
              </a:path>
              <a:path w="4754880" h="675640">
                <a:moveTo>
                  <a:pt x="3171978" y="268376"/>
                </a:moveTo>
                <a:lnTo>
                  <a:pt x="2968309" y="268376"/>
                </a:lnTo>
                <a:lnTo>
                  <a:pt x="2981253" y="270973"/>
                </a:lnTo>
                <a:lnTo>
                  <a:pt x="2991825" y="278055"/>
                </a:lnTo>
                <a:lnTo>
                  <a:pt x="2998950" y="288559"/>
                </a:lnTo>
                <a:lnTo>
                  <a:pt x="3001557" y="301421"/>
                </a:lnTo>
                <a:lnTo>
                  <a:pt x="3001545" y="501929"/>
                </a:lnTo>
                <a:lnTo>
                  <a:pt x="2998930" y="514791"/>
                </a:lnTo>
                <a:lnTo>
                  <a:pt x="2991801" y="525295"/>
                </a:lnTo>
                <a:lnTo>
                  <a:pt x="2981228" y="532377"/>
                </a:lnTo>
                <a:lnTo>
                  <a:pt x="2968283" y="534974"/>
                </a:lnTo>
                <a:lnTo>
                  <a:pt x="3171955" y="534974"/>
                </a:lnTo>
                <a:lnTo>
                  <a:pt x="3171978" y="268376"/>
                </a:lnTo>
                <a:close/>
              </a:path>
              <a:path w="4754880" h="675640">
                <a:moveTo>
                  <a:pt x="3486101" y="127863"/>
                </a:moveTo>
                <a:lnTo>
                  <a:pt x="3362720" y="127863"/>
                </a:lnTo>
                <a:lnTo>
                  <a:pt x="3349796" y="130455"/>
                </a:lnTo>
                <a:lnTo>
                  <a:pt x="3339246" y="137525"/>
                </a:lnTo>
                <a:lnTo>
                  <a:pt x="3332136" y="148008"/>
                </a:lnTo>
                <a:lnTo>
                  <a:pt x="3329535" y="160845"/>
                </a:lnTo>
                <a:lnTo>
                  <a:pt x="3329575" y="255282"/>
                </a:lnTo>
                <a:lnTo>
                  <a:pt x="3329700" y="548119"/>
                </a:lnTo>
                <a:lnTo>
                  <a:pt x="3332308" y="560944"/>
                </a:lnTo>
                <a:lnTo>
                  <a:pt x="3339419" y="571415"/>
                </a:lnTo>
                <a:lnTo>
                  <a:pt x="3349963" y="578474"/>
                </a:lnTo>
                <a:lnTo>
                  <a:pt x="3362872" y="581063"/>
                </a:lnTo>
                <a:lnTo>
                  <a:pt x="3486291" y="581063"/>
                </a:lnTo>
                <a:lnTo>
                  <a:pt x="3499206" y="583653"/>
                </a:lnTo>
                <a:lnTo>
                  <a:pt x="3509751" y="590716"/>
                </a:lnTo>
                <a:lnTo>
                  <a:pt x="3516863" y="601192"/>
                </a:lnTo>
                <a:lnTo>
                  <a:pt x="3519476" y="614019"/>
                </a:lnTo>
                <a:lnTo>
                  <a:pt x="3519489" y="642581"/>
                </a:lnTo>
                <a:lnTo>
                  <a:pt x="3522097" y="655409"/>
                </a:lnTo>
                <a:lnTo>
                  <a:pt x="3529208" y="665884"/>
                </a:lnTo>
                <a:lnTo>
                  <a:pt x="3539752" y="672948"/>
                </a:lnTo>
                <a:lnTo>
                  <a:pt x="3552661" y="675538"/>
                </a:lnTo>
                <a:lnTo>
                  <a:pt x="3663812" y="675538"/>
                </a:lnTo>
                <a:lnTo>
                  <a:pt x="3810281" y="534974"/>
                </a:lnTo>
                <a:lnTo>
                  <a:pt x="3549855" y="534974"/>
                </a:lnTo>
                <a:lnTo>
                  <a:pt x="3551677" y="534787"/>
                </a:lnTo>
                <a:lnTo>
                  <a:pt x="3519425" y="502018"/>
                </a:lnTo>
                <a:lnTo>
                  <a:pt x="3519303" y="202209"/>
                </a:lnTo>
                <a:lnTo>
                  <a:pt x="3519286" y="160845"/>
                </a:lnTo>
                <a:lnTo>
                  <a:pt x="3516681" y="148008"/>
                </a:lnTo>
                <a:lnTo>
                  <a:pt x="3509571" y="137525"/>
                </a:lnTo>
                <a:lnTo>
                  <a:pt x="3499020" y="130455"/>
                </a:lnTo>
                <a:lnTo>
                  <a:pt x="3486101" y="127863"/>
                </a:lnTo>
                <a:close/>
              </a:path>
              <a:path w="4754880" h="675640">
                <a:moveTo>
                  <a:pt x="4531158" y="127863"/>
                </a:moveTo>
                <a:lnTo>
                  <a:pt x="4420008" y="127863"/>
                </a:lnTo>
                <a:lnTo>
                  <a:pt x="4413223" y="128561"/>
                </a:lnTo>
                <a:lnTo>
                  <a:pt x="3943174" y="620077"/>
                </a:lnTo>
                <a:lnTo>
                  <a:pt x="3934537" y="637631"/>
                </a:lnTo>
                <a:lnTo>
                  <a:pt x="3936965" y="655409"/>
                </a:lnTo>
                <a:lnTo>
                  <a:pt x="3937006" y="655708"/>
                </a:lnTo>
                <a:lnTo>
                  <a:pt x="3948626" y="669835"/>
                </a:lnTo>
                <a:lnTo>
                  <a:pt x="3967443" y="675538"/>
                </a:lnTo>
                <a:lnTo>
                  <a:pt x="4122675" y="675538"/>
                </a:lnTo>
                <a:lnTo>
                  <a:pt x="4509708" y="278904"/>
                </a:lnTo>
                <a:lnTo>
                  <a:pt x="4514852" y="274449"/>
                </a:lnTo>
                <a:lnTo>
                  <a:pt x="4520741" y="271160"/>
                </a:lnTo>
                <a:lnTo>
                  <a:pt x="4527178" y="269124"/>
                </a:lnTo>
                <a:lnTo>
                  <a:pt x="4532143" y="268614"/>
                </a:lnTo>
                <a:lnTo>
                  <a:pt x="4531209" y="268427"/>
                </a:lnTo>
                <a:lnTo>
                  <a:pt x="4754125" y="268427"/>
                </a:lnTo>
                <a:lnTo>
                  <a:pt x="4754119" y="255282"/>
                </a:lnTo>
                <a:lnTo>
                  <a:pt x="4751512" y="242457"/>
                </a:lnTo>
                <a:lnTo>
                  <a:pt x="4744401" y="231986"/>
                </a:lnTo>
                <a:lnTo>
                  <a:pt x="4733856" y="224927"/>
                </a:lnTo>
                <a:lnTo>
                  <a:pt x="4720947" y="222338"/>
                </a:lnTo>
                <a:lnTo>
                  <a:pt x="4597528" y="222338"/>
                </a:lnTo>
                <a:lnTo>
                  <a:pt x="4584614" y="219748"/>
                </a:lnTo>
                <a:lnTo>
                  <a:pt x="4574068" y="212685"/>
                </a:lnTo>
                <a:lnTo>
                  <a:pt x="4566957" y="202209"/>
                </a:lnTo>
                <a:lnTo>
                  <a:pt x="4564343" y="189382"/>
                </a:lnTo>
                <a:lnTo>
                  <a:pt x="4564343" y="160845"/>
                </a:lnTo>
                <a:lnTo>
                  <a:pt x="4561733" y="148008"/>
                </a:lnTo>
                <a:lnTo>
                  <a:pt x="4554624" y="137525"/>
                </a:lnTo>
                <a:lnTo>
                  <a:pt x="4544076" y="130455"/>
                </a:lnTo>
                <a:lnTo>
                  <a:pt x="4531158" y="127863"/>
                </a:lnTo>
                <a:close/>
              </a:path>
              <a:path w="4754880" h="675640">
                <a:moveTo>
                  <a:pt x="4754125" y="268427"/>
                </a:moveTo>
                <a:lnTo>
                  <a:pt x="4533965" y="268427"/>
                </a:lnTo>
                <a:lnTo>
                  <a:pt x="4532143" y="268614"/>
                </a:lnTo>
                <a:lnTo>
                  <a:pt x="4544125" y="271017"/>
                </a:lnTo>
                <a:lnTo>
                  <a:pt x="4554674" y="278080"/>
                </a:lnTo>
                <a:lnTo>
                  <a:pt x="4561786" y="288556"/>
                </a:lnTo>
                <a:lnTo>
                  <a:pt x="4564394" y="301383"/>
                </a:lnTo>
                <a:lnTo>
                  <a:pt x="4564476" y="502018"/>
                </a:lnTo>
                <a:lnTo>
                  <a:pt x="4564534" y="642581"/>
                </a:lnTo>
                <a:lnTo>
                  <a:pt x="4567147" y="655409"/>
                </a:lnTo>
                <a:lnTo>
                  <a:pt x="4574259" y="665884"/>
                </a:lnTo>
                <a:lnTo>
                  <a:pt x="4584804" y="672948"/>
                </a:lnTo>
                <a:lnTo>
                  <a:pt x="4597719" y="675538"/>
                </a:lnTo>
                <a:lnTo>
                  <a:pt x="4721099" y="675538"/>
                </a:lnTo>
                <a:lnTo>
                  <a:pt x="4734012" y="672948"/>
                </a:lnTo>
                <a:lnTo>
                  <a:pt x="4744562" y="665884"/>
                </a:lnTo>
                <a:lnTo>
                  <a:pt x="4751673" y="655409"/>
                </a:lnTo>
                <a:lnTo>
                  <a:pt x="4754279" y="642581"/>
                </a:lnTo>
                <a:lnTo>
                  <a:pt x="4754225" y="502018"/>
                </a:lnTo>
                <a:lnTo>
                  <a:pt x="4754125" y="268427"/>
                </a:lnTo>
                <a:close/>
              </a:path>
              <a:path w="4754880" h="675640">
                <a:moveTo>
                  <a:pt x="3551677" y="534787"/>
                </a:moveTo>
                <a:lnTo>
                  <a:pt x="3549855" y="534974"/>
                </a:lnTo>
                <a:lnTo>
                  <a:pt x="3552610" y="534974"/>
                </a:lnTo>
                <a:lnTo>
                  <a:pt x="3551677" y="534787"/>
                </a:lnTo>
                <a:close/>
              </a:path>
              <a:path w="4754880" h="675640">
                <a:moveTo>
                  <a:pt x="4116389" y="127863"/>
                </a:moveTo>
                <a:lnTo>
                  <a:pt x="3961144" y="127863"/>
                </a:lnTo>
                <a:lnTo>
                  <a:pt x="3954357" y="128561"/>
                </a:lnTo>
                <a:lnTo>
                  <a:pt x="3947920" y="130597"/>
                </a:lnTo>
                <a:lnTo>
                  <a:pt x="3942031" y="133885"/>
                </a:lnTo>
                <a:lnTo>
                  <a:pt x="3936887" y="138341"/>
                </a:lnTo>
                <a:lnTo>
                  <a:pt x="3574112" y="524497"/>
                </a:lnTo>
                <a:lnTo>
                  <a:pt x="3568968" y="528952"/>
                </a:lnTo>
                <a:lnTo>
                  <a:pt x="3563078" y="532241"/>
                </a:lnTo>
                <a:lnTo>
                  <a:pt x="3556642" y="534277"/>
                </a:lnTo>
                <a:lnTo>
                  <a:pt x="3551677" y="534787"/>
                </a:lnTo>
                <a:lnTo>
                  <a:pt x="3552610" y="534974"/>
                </a:lnTo>
                <a:lnTo>
                  <a:pt x="3810281" y="534974"/>
                </a:lnTo>
                <a:lnTo>
                  <a:pt x="4140646" y="183324"/>
                </a:lnTo>
                <a:lnTo>
                  <a:pt x="4149282" y="165764"/>
                </a:lnTo>
                <a:lnTo>
                  <a:pt x="4146859" y="148008"/>
                </a:lnTo>
                <a:lnTo>
                  <a:pt x="4146815" y="147688"/>
                </a:lnTo>
                <a:lnTo>
                  <a:pt x="4135199" y="133564"/>
                </a:lnTo>
                <a:lnTo>
                  <a:pt x="4116389" y="127863"/>
                </a:lnTo>
                <a:close/>
              </a:path>
              <a:path w="4754880" h="675640">
                <a:moveTo>
                  <a:pt x="4533965" y="268427"/>
                </a:moveTo>
                <a:lnTo>
                  <a:pt x="4531209" y="268427"/>
                </a:lnTo>
                <a:lnTo>
                  <a:pt x="4532143" y="268614"/>
                </a:lnTo>
                <a:lnTo>
                  <a:pt x="4533965" y="268427"/>
                </a:lnTo>
                <a:close/>
              </a:path>
              <a:path w="4754880" h="675640">
                <a:moveTo>
                  <a:pt x="2005039" y="127863"/>
                </a:moveTo>
                <a:lnTo>
                  <a:pt x="1597153" y="127863"/>
                </a:lnTo>
                <a:lnTo>
                  <a:pt x="1584244" y="130453"/>
                </a:lnTo>
                <a:lnTo>
                  <a:pt x="1573700" y="137517"/>
                </a:lnTo>
                <a:lnTo>
                  <a:pt x="1566589" y="147992"/>
                </a:lnTo>
                <a:lnTo>
                  <a:pt x="1563981" y="160820"/>
                </a:lnTo>
                <a:lnTo>
                  <a:pt x="1563981" y="189318"/>
                </a:lnTo>
                <a:lnTo>
                  <a:pt x="1561373" y="202146"/>
                </a:lnTo>
                <a:lnTo>
                  <a:pt x="1554261" y="212621"/>
                </a:lnTo>
                <a:lnTo>
                  <a:pt x="1543712" y="219685"/>
                </a:lnTo>
                <a:lnTo>
                  <a:pt x="1530796" y="222275"/>
                </a:lnTo>
                <a:lnTo>
                  <a:pt x="1407403" y="222275"/>
                </a:lnTo>
                <a:lnTo>
                  <a:pt x="1394488" y="224867"/>
                </a:lnTo>
                <a:lnTo>
                  <a:pt x="1383944" y="231935"/>
                </a:lnTo>
                <a:lnTo>
                  <a:pt x="1376836" y="242415"/>
                </a:lnTo>
                <a:lnTo>
                  <a:pt x="1374230" y="255244"/>
                </a:lnTo>
                <a:lnTo>
                  <a:pt x="1374281" y="642581"/>
                </a:lnTo>
                <a:lnTo>
                  <a:pt x="1376887" y="655409"/>
                </a:lnTo>
                <a:lnTo>
                  <a:pt x="1383995" y="665884"/>
                </a:lnTo>
                <a:lnTo>
                  <a:pt x="1394539" y="672948"/>
                </a:lnTo>
                <a:lnTo>
                  <a:pt x="1407453" y="675538"/>
                </a:lnTo>
                <a:lnTo>
                  <a:pt x="1530847" y="675538"/>
                </a:lnTo>
                <a:lnTo>
                  <a:pt x="1543753" y="672948"/>
                </a:lnTo>
                <a:lnTo>
                  <a:pt x="1554302" y="665884"/>
                </a:lnTo>
                <a:lnTo>
                  <a:pt x="1561416" y="655409"/>
                </a:lnTo>
                <a:lnTo>
                  <a:pt x="1564029" y="642581"/>
                </a:lnTo>
                <a:lnTo>
                  <a:pt x="1563981" y="301345"/>
                </a:lnTo>
                <a:lnTo>
                  <a:pt x="1566589" y="288511"/>
                </a:lnTo>
                <a:lnTo>
                  <a:pt x="1573701" y="278031"/>
                </a:lnTo>
                <a:lnTo>
                  <a:pt x="1584250" y="270966"/>
                </a:lnTo>
                <a:lnTo>
                  <a:pt x="1597166" y="268376"/>
                </a:lnTo>
                <a:lnTo>
                  <a:pt x="2194285" y="268376"/>
                </a:lnTo>
                <a:lnTo>
                  <a:pt x="2194282" y="240817"/>
                </a:lnTo>
                <a:lnTo>
                  <a:pt x="2193025" y="231935"/>
                </a:lnTo>
                <a:lnTo>
                  <a:pt x="2192995" y="231723"/>
                </a:lnTo>
                <a:lnTo>
                  <a:pt x="2189321" y="223481"/>
                </a:lnTo>
                <a:lnTo>
                  <a:pt x="2183540" y="216535"/>
                </a:lnTo>
                <a:lnTo>
                  <a:pt x="2175930" y="211328"/>
                </a:lnTo>
                <a:lnTo>
                  <a:pt x="2010107" y="129057"/>
                </a:lnTo>
                <a:lnTo>
                  <a:pt x="2005039" y="127863"/>
                </a:lnTo>
                <a:close/>
              </a:path>
              <a:path w="4754880" h="675640">
                <a:moveTo>
                  <a:pt x="2194285" y="268376"/>
                </a:moveTo>
                <a:lnTo>
                  <a:pt x="1971346" y="268376"/>
                </a:lnTo>
                <a:lnTo>
                  <a:pt x="1984261" y="270966"/>
                </a:lnTo>
                <a:lnTo>
                  <a:pt x="1994806" y="278031"/>
                </a:lnTo>
                <a:lnTo>
                  <a:pt x="2001914" y="288511"/>
                </a:lnTo>
                <a:lnTo>
                  <a:pt x="2004519" y="301345"/>
                </a:lnTo>
                <a:lnTo>
                  <a:pt x="2004544" y="642581"/>
                </a:lnTo>
                <a:lnTo>
                  <a:pt x="2007152" y="655409"/>
                </a:lnTo>
                <a:lnTo>
                  <a:pt x="2014264" y="665884"/>
                </a:lnTo>
                <a:lnTo>
                  <a:pt x="2024813" y="672948"/>
                </a:lnTo>
                <a:lnTo>
                  <a:pt x="2037729" y="675538"/>
                </a:lnTo>
                <a:lnTo>
                  <a:pt x="2161148" y="675538"/>
                </a:lnTo>
                <a:lnTo>
                  <a:pt x="2174054" y="672948"/>
                </a:lnTo>
                <a:lnTo>
                  <a:pt x="2184603" y="665884"/>
                </a:lnTo>
                <a:lnTo>
                  <a:pt x="2191717" y="655409"/>
                </a:lnTo>
                <a:lnTo>
                  <a:pt x="2194330" y="642581"/>
                </a:lnTo>
                <a:lnTo>
                  <a:pt x="2194285" y="2683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2396" y="3698885"/>
            <a:ext cx="9445110" cy="696065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122394" y="3698875"/>
            <a:ext cx="9445625" cy="6960870"/>
          </a:xfrm>
          <a:custGeom>
            <a:avLst/>
            <a:gdLst/>
            <a:ahLst/>
            <a:cxnLst/>
            <a:rect l="l" t="t" r="r" b="b"/>
            <a:pathLst>
              <a:path w="9445625" h="6960870">
                <a:moveTo>
                  <a:pt x="6825070" y="3667785"/>
                </a:moveTo>
                <a:lnTo>
                  <a:pt x="6794038" y="3630201"/>
                </a:lnTo>
                <a:lnTo>
                  <a:pt x="6768767" y="3589829"/>
                </a:lnTo>
                <a:lnTo>
                  <a:pt x="6749250" y="3547238"/>
                </a:lnTo>
                <a:lnTo>
                  <a:pt x="6735481" y="3503002"/>
                </a:lnTo>
                <a:lnTo>
                  <a:pt x="6727452" y="3457693"/>
                </a:lnTo>
                <a:lnTo>
                  <a:pt x="6725156" y="3411881"/>
                </a:lnTo>
                <a:lnTo>
                  <a:pt x="6728586" y="3366140"/>
                </a:lnTo>
                <a:lnTo>
                  <a:pt x="6737735" y="3321041"/>
                </a:lnTo>
                <a:lnTo>
                  <a:pt x="6752596" y="3277156"/>
                </a:lnTo>
                <a:lnTo>
                  <a:pt x="6773163" y="3235056"/>
                </a:lnTo>
                <a:lnTo>
                  <a:pt x="6799427" y="3195314"/>
                </a:lnTo>
                <a:lnTo>
                  <a:pt x="6831382" y="3158502"/>
                </a:lnTo>
                <a:lnTo>
                  <a:pt x="9343327" y="620699"/>
                </a:lnTo>
                <a:lnTo>
                  <a:pt x="9372608" y="586226"/>
                </a:lnTo>
                <a:lnTo>
                  <a:pt x="9396723" y="550038"/>
                </a:lnTo>
                <a:lnTo>
                  <a:pt x="9415825" y="512482"/>
                </a:lnTo>
                <a:lnTo>
                  <a:pt x="9430063" y="473908"/>
                </a:lnTo>
                <a:lnTo>
                  <a:pt x="9439589" y="434663"/>
                </a:lnTo>
                <a:lnTo>
                  <a:pt x="9444555" y="395097"/>
                </a:lnTo>
                <a:lnTo>
                  <a:pt x="9445110" y="355558"/>
                </a:lnTo>
                <a:lnTo>
                  <a:pt x="9441406" y="316394"/>
                </a:lnTo>
                <a:lnTo>
                  <a:pt x="9433594" y="277955"/>
                </a:lnTo>
                <a:lnTo>
                  <a:pt x="9421826" y="240587"/>
                </a:lnTo>
                <a:lnTo>
                  <a:pt x="9406251" y="204641"/>
                </a:lnTo>
                <a:lnTo>
                  <a:pt x="9387021" y="170464"/>
                </a:lnTo>
                <a:lnTo>
                  <a:pt x="9364287" y="138405"/>
                </a:lnTo>
                <a:lnTo>
                  <a:pt x="9338200" y="108812"/>
                </a:lnTo>
                <a:lnTo>
                  <a:pt x="9308912" y="82035"/>
                </a:lnTo>
                <a:lnTo>
                  <a:pt x="9276572" y="58420"/>
                </a:lnTo>
                <a:lnTo>
                  <a:pt x="9241332" y="38318"/>
                </a:lnTo>
                <a:lnTo>
                  <a:pt x="9203343" y="22077"/>
                </a:lnTo>
                <a:lnTo>
                  <a:pt x="9162756" y="10044"/>
                </a:lnTo>
                <a:lnTo>
                  <a:pt x="9119722" y="2569"/>
                </a:lnTo>
                <a:lnTo>
                  <a:pt x="9074392" y="0"/>
                </a:lnTo>
                <a:lnTo>
                  <a:pt x="7748055" y="0"/>
                </a:lnTo>
                <a:lnTo>
                  <a:pt x="7697659" y="3420"/>
                </a:lnTo>
                <a:lnTo>
                  <a:pt x="7648646" y="13502"/>
                </a:lnTo>
                <a:lnTo>
                  <a:pt x="7601651" y="29973"/>
                </a:lnTo>
                <a:lnTo>
                  <a:pt x="7557307" y="52562"/>
                </a:lnTo>
                <a:lnTo>
                  <a:pt x="7516247" y="80999"/>
                </a:lnTo>
                <a:lnTo>
                  <a:pt x="7479107" y="115011"/>
                </a:lnTo>
                <a:lnTo>
                  <a:pt x="4991672" y="2726080"/>
                </a:lnTo>
                <a:lnTo>
                  <a:pt x="4956281" y="2758746"/>
                </a:lnTo>
                <a:lnTo>
                  <a:pt x="4917897" y="2785968"/>
                </a:lnTo>
                <a:lnTo>
                  <a:pt x="4877062" y="2807745"/>
                </a:lnTo>
                <a:lnTo>
                  <a:pt x="4834323" y="2824077"/>
                </a:lnTo>
                <a:lnTo>
                  <a:pt x="4790223" y="2834965"/>
                </a:lnTo>
                <a:lnTo>
                  <a:pt x="4745306" y="2840408"/>
                </a:lnTo>
                <a:lnTo>
                  <a:pt x="4700117" y="2840407"/>
                </a:lnTo>
                <a:lnTo>
                  <a:pt x="4655201" y="2834961"/>
                </a:lnTo>
                <a:lnTo>
                  <a:pt x="4611101" y="2824070"/>
                </a:lnTo>
                <a:lnTo>
                  <a:pt x="4568361" y="2807736"/>
                </a:lnTo>
                <a:lnTo>
                  <a:pt x="4527527" y="2785957"/>
                </a:lnTo>
                <a:lnTo>
                  <a:pt x="4489142" y="2758734"/>
                </a:lnTo>
                <a:lnTo>
                  <a:pt x="4453751" y="2726067"/>
                </a:lnTo>
                <a:lnTo>
                  <a:pt x="1966634" y="115023"/>
                </a:lnTo>
                <a:lnTo>
                  <a:pt x="1929493" y="81006"/>
                </a:lnTo>
                <a:lnTo>
                  <a:pt x="1888431" y="52566"/>
                </a:lnTo>
                <a:lnTo>
                  <a:pt x="1844082" y="29975"/>
                </a:lnTo>
                <a:lnTo>
                  <a:pt x="1797081" y="13502"/>
                </a:lnTo>
                <a:lnTo>
                  <a:pt x="1748063" y="3420"/>
                </a:lnTo>
                <a:lnTo>
                  <a:pt x="1697661" y="0"/>
                </a:lnTo>
                <a:lnTo>
                  <a:pt x="371235" y="0"/>
                </a:lnTo>
                <a:lnTo>
                  <a:pt x="325906" y="2568"/>
                </a:lnTo>
                <a:lnTo>
                  <a:pt x="282874" y="10043"/>
                </a:lnTo>
                <a:lnTo>
                  <a:pt x="242288" y="22074"/>
                </a:lnTo>
                <a:lnTo>
                  <a:pt x="204300" y="38315"/>
                </a:lnTo>
                <a:lnTo>
                  <a:pt x="169060" y="58415"/>
                </a:lnTo>
                <a:lnTo>
                  <a:pt x="136720" y="82027"/>
                </a:lnTo>
                <a:lnTo>
                  <a:pt x="107431" y="108803"/>
                </a:lnTo>
                <a:lnTo>
                  <a:pt x="81344" y="138393"/>
                </a:lnTo>
                <a:lnTo>
                  <a:pt x="58609" y="170450"/>
                </a:lnTo>
                <a:lnTo>
                  <a:pt x="39378" y="204624"/>
                </a:lnTo>
                <a:lnTo>
                  <a:pt x="23802" y="240569"/>
                </a:lnTo>
                <a:lnTo>
                  <a:pt x="12032" y="277934"/>
                </a:lnTo>
                <a:lnTo>
                  <a:pt x="4218" y="316372"/>
                </a:lnTo>
                <a:lnTo>
                  <a:pt x="512" y="355534"/>
                </a:lnTo>
                <a:lnTo>
                  <a:pt x="1065" y="395071"/>
                </a:lnTo>
                <a:lnTo>
                  <a:pt x="6028" y="434636"/>
                </a:lnTo>
                <a:lnTo>
                  <a:pt x="15551" y="473880"/>
                </a:lnTo>
                <a:lnTo>
                  <a:pt x="29787" y="512454"/>
                </a:lnTo>
                <a:lnTo>
                  <a:pt x="48885" y="550010"/>
                </a:lnTo>
                <a:lnTo>
                  <a:pt x="72997" y="586199"/>
                </a:lnTo>
                <a:lnTo>
                  <a:pt x="102274" y="620674"/>
                </a:lnTo>
                <a:lnTo>
                  <a:pt x="2302841" y="2930994"/>
                </a:lnTo>
                <a:lnTo>
                  <a:pt x="2339983" y="2965007"/>
                </a:lnTo>
                <a:lnTo>
                  <a:pt x="2381047" y="2993446"/>
                </a:lnTo>
                <a:lnTo>
                  <a:pt x="2425398" y="3016038"/>
                </a:lnTo>
                <a:lnTo>
                  <a:pt x="2472399" y="3032513"/>
                </a:lnTo>
                <a:lnTo>
                  <a:pt x="2521417" y="3042597"/>
                </a:lnTo>
                <a:lnTo>
                  <a:pt x="2571814" y="3046018"/>
                </a:lnTo>
                <a:lnTo>
                  <a:pt x="2827034" y="3046018"/>
                </a:lnTo>
                <a:lnTo>
                  <a:pt x="2877456" y="3049443"/>
                </a:lnTo>
                <a:lnTo>
                  <a:pt x="2926494" y="3059536"/>
                </a:lnTo>
                <a:lnTo>
                  <a:pt x="2973514" y="3076025"/>
                </a:lnTo>
                <a:lnTo>
                  <a:pt x="3017878" y="3098638"/>
                </a:lnTo>
                <a:lnTo>
                  <a:pt x="3058951" y="3127101"/>
                </a:lnTo>
                <a:lnTo>
                  <a:pt x="3096096" y="3161144"/>
                </a:lnTo>
                <a:lnTo>
                  <a:pt x="3408783" y="3489693"/>
                </a:lnTo>
                <a:lnTo>
                  <a:pt x="3438038" y="3524171"/>
                </a:lnTo>
                <a:lnTo>
                  <a:pt x="3462131" y="3560363"/>
                </a:lnTo>
                <a:lnTo>
                  <a:pt x="3481211" y="3597918"/>
                </a:lnTo>
                <a:lnTo>
                  <a:pt x="3495430" y="3636490"/>
                </a:lnTo>
                <a:lnTo>
                  <a:pt x="3504939" y="3675730"/>
                </a:lnTo>
                <a:lnTo>
                  <a:pt x="3509889" y="3715289"/>
                </a:lnTo>
                <a:lnTo>
                  <a:pt x="3510430" y="3754820"/>
                </a:lnTo>
                <a:lnTo>
                  <a:pt x="3506714" y="3793975"/>
                </a:lnTo>
                <a:lnTo>
                  <a:pt x="3498892" y="3832404"/>
                </a:lnTo>
                <a:lnTo>
                  <a:pt x="3487115" y="3869760"/>
                </a:lnTo>
                <a:lnTo>
                  <a:pt x="3471533" y="3905695"/>
                </a:lnTo>
                <a:lnTo>
                  <a:pt x="3452298" y="3939860"/>
                </a:lnTo>
                <a:lnTo>
                  <a:pt x="3429561" y="3971907"/>
                </a:lnTo>
                <a:lnTo>
                  <a:pt x="3403473" y="4001488"/>
                </a:lnTo>
                <a:lnTo>
                  <a:pt x="3374185" y="4028254"/>
                </a:lnTo>
                <a:lnTo>
                  <a:pt x="3341847" y="4051859"/>
                </a:lnTo>
                <a:lnTo>
                  <a:pt x="3306612" y="4071952"/>
                </a:lnTo>
                <a:lnTo>
                  <a:pt x="3268629" y="4088186"/>
                </a:lnTo>
                <a:lnTo>
                  <a:pt x="3228050" y="4100213"/>
                </a:lnTo>
                <a:lnTo>
                  <a:pt x="3185026" y="4107685"/>
                </a:lnTo>
                <a:lnTo>
                  <a:pt x="3139708" y="4110253"/>
                </a:lnTo>
                <a:lnTo>
                  <a:pt x="2385353" y="4110253"/>
                </a:lnTo>
                <a:lnTo>
                  <a:pt x="2334957" y="4113674"/>
                </a:lnTo>
                <a:lnTo>
                  <a:pt x="2285944" y="4123755"/>
                </a:lnTo>
                <a:lnTo>
                  <a:pt x="2238949" y="4140225"/>
                </a:lnTo>
                <a:lnTo>
                  <a:pt x="2194605" y="4162812"/>
                </a:lnTo>
                <a:lnTo>
                  <a:pt x="2153545" y="4191245"/>
                </a:lnTo>
                <a:lnTo>
                  <a:pt x="2116405" y="4225251"/>
                </a:lnTo>
                <a:lnTo>
                  <a:pt x="101779" y="6339954"/>
                </a:lnTo>
                <a:lnTo>
                  <a:pt x="72498" y="6374427"/>
                </a:lnTo>
                <a:lnTo>
                  <a:pt x="48383" y="6410615"/>
                </a:lnTo>
                <a:lnTo>
                  <a:pt x="29282" y="6448171"/>
                </a:lnTo>
                <a:lnTo>
                  <a:pt x="15044" y="6486745"/>
                </a:lnTo>
                <a:lnTo>
                  <a:pt x="5519" y="6525990"/>
                </a:lnTo>
                <a:lnTo>
                  <a:pt x="554" y="6565556"/>
                </a:lnTo>
                <a:lnTo>
                  <a:pt x="0" y="6605095"/>
                </a:lnTo>
                <a:lnTo>
                  <a:pt x="3704" y="6644259"/>
                </a:lnTo>
                <a:lnTo>
                  <a:pt x="11517" y="6682699"/>
                </a:lnTo>
                <a:lnTo>
                  <a:pt x="23286" y="6720066"/>
                </a:lnTo>
                <a:lnTo>
                  <a:pt x="38862" y="6756012"/>
                </a:lnTo>
                <a:lnTo>
                  <a:pt x="58093" y="6790189"/>
                </a:lnTo>
                <a:lnTo>
                  <a:pt x="80827" y="6822248"/>
                </a:lnTo>
                <a:lnTo>
                  <a:pt x="106915" y="6851841"/>
                </a:lnTo>
                <a:lnTo>
                  <a:pt x="136205" y="6878619"/>
                </a:lnTo>
                <a:lnTo>
                  <a:pt x="168545" y="6902233"/>
                </a:lnTo>
                <a:lnTo>
                  <a:pt x="203786" y="6922335"/>
                </a:lnTo>
                <a:lnTo>
                  <a:pt x="241775" y="6938577"/>
                </a:lnTo>
                <a:lnTo>
                  <a:pt x="282362" y="6950609"/>
                </a:lnTo>
                <a:lnTo>
                  <a:pt x="325397" y="6958084"/>
                </a:lnTo>
                <a:lnTo>
                  <a:pt x="370727" y="6960654"/>
                </a:lnTo>
                <a:lnTo>
                  <a:pt x="1697064" y="6960654"/>
                </a:lnTo>
                <a:lnTo>
                  <a:pt x="1747455" y="6957233"/>
                </a:lnTo>
                <a:lnTo>
                  <a:pt x="1796467" y="6947152"/>
                </a:lnTo>
                <a:lnTo>
                  <a:pt x="1843463" y="6930682"/>
                </a:lnTo>
                <a:lnTo>
                  <a:pt x="1887809" y="6908094"/>
                </a:lnTo>
                <a:lnTo>
                  <a:pt x="1928871" y="6879662"/>
                </a:lnTo>
                <a:lnTo>
                  <a:pt x="1966012" y="6845655"/>
                </a:lnTo>
                <a:lnTo>
                  <a:pt x="4453434" y="4234573"/>
                </a:lnTo>
                <a:lnTo>
                  <a:pt x="4488825" y="4201907"/>
                </a:lnTo>
                <a:lnTo>
                  <a:pt x="4527210" y="4174685"/>
                </a:lnTo>
                <a:lnTo>
                  <a:pt x="4568045" y="4152908"/>
                </a:lnTo>
                <a:lnTo>
                  <a:pt x="4610786" y="4136576"/>
                </a:lnTo>
                <a:lnTo>
                  <a:pt x="4654887" y="4125688"/>
                </a:lnTo>
                <a:lnTo>
                  <a:pt x="4699804" y="4120245"/>
                </a:lnTo>
                <a:lnTo>
                  <a:pt x="4744994" y="4120246"/>
                </a:lnTo>
                <a:lnTo>
                  <a:pt x="4789911" y="4125692"/>
                </a:lnTo>
                <a:lnTo>
                  <a:pt x="4834011" y="4136583"/>
                </a:lnTo>
                <a:lnTo>
                  <a:pt x="4876750" y="4152917"/>
                </a:lnTo>
                <a:lnTo>
                  <a:pt x="4917583" y="4174696"/>
                </a:lnTo>
                <a:lnTo>
                  <a:pt x="4955966" y="4201919"/>
                </a:lnTo>
                <a:lnTo>
                  <a:pt x="4991355" y="4234586"/>
                </a:lnTo>
                <a:lnTo>
                  <a:pt x="7478485" y="6845630"/>
                </a:lnTo>
                <a:lnTo>
                  <a:pt x="7515626" y="6879647"/>
                </a:lnTo>
                <a:lnTo>
                  <a:pt x="7556688" y="6908087"/>
                </a:lnTo>
                <a:lnTo>
                  <a:pt x="7601035" y="6930678"/>
                </a:lnTo>
                <a:lnTo>
                  <a:pt x="7648034" y="6947151"/>
                </a:lnTo>
                <a:lnTo>
                  <a:pt x="7697049" y="6957233"/>
                </a:lnTo>
                <a:lnTo>
                  <a:pt x="7747445" y="6960654"/>
                </a:lnTo>
                <a:lnTo>
                  <a:pt x="9073821" y="6960654"/>
                </a:lnTo>
                <a:lnTo>
                  <a:pt x="9119151" y="6958085"/>
                </a:lnTo>
                <a:lnTo>
                  <a:pt x="9162185" y="6950610"/>
                </a:lnTo>
                <a:lnTo>
                  <a:pt x="9202771" y="6938577"/>
                </a:lnTo>
                <a:lnTo>
                  <a:pt x="9240760" y="6922336"/>
                </a:lnTo>
                <a:lnTo>
                  <a:pt x="9276000" y="6902235"/>
                </a:lnTo>
                <a:lnTo>
                  <a:pt x="9308340" y="6878621"/>
                </a:lnTo>
                <a:lnTo>
                  <a:pt x="9337629" y="6851844"/>
                </a:lnTo>
                <a:lnTo>
                  <a:pt x="9363716" y="6822252"/>
                </a:lnTo>
                <a:lnTo>
                  <a:pt x="9386451" y="6790194"/>
                </a:lnTo>
                <a:lnTo>
                  <a:pt x="9405681" y="6756018"/>
                </a:lnTo>
                <a:lnTo>
                  <a:pt x="9421256" y="6720073"/>
                </a:lnTo>
                <a:lnTo>
                  <a:pt x="9433025" y="6682706"/>
                </a:lnTo>
                <a:lnTo>
                  <a:pt x="9440838" y="6644267"/>
                </a:lnTo>
                <a:lnTo>
                  <a:pt x="9444542" y="6605104"/>
                </a:lnTo>
                <a:lnTo>
                  <a:pt x="9443988" y="6565566"/>
                </a:lnTo>
                <a:lnTo>
                  <a:pt x="9439023" y="6526001"/>
                </a:lnTo>
                <a:lnTo>
                  <a:pt x="9429498" y="6486757"/>
                </a:lnTo>
                <a:lnTo>
                  <a:pt x="9415261" y="6448183"/>
                </a:lnTo>
                <a:lnTo>
                  <a:pt x="9396161" y="6410628"/>
                </a:lnTo>
                <a:lnTo>
                  <a:pt x="9372047" y="6374439"/>
                </a:lnTo>
                <a:lnTo>
                  <a:pt x="9342769" y="6339966"/>
                </a:lnTo>
                <a:lnTo>
                  <a:pt x="6825070" y="3667785"/>
                </a:lnTo>
                <a:close/>
              </a:path>
            </a:pathLst>
          </a:custGeom>
          <a:ln w="48641">
            <a:solidFill>
              <a:srgbClr val="718AC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17483</TotalTime>
  <Words>504</Words>
  <Application>Microsoft Macintosh PowerPoint</Application>
  <PresentationFormat>Custom</PresentationFormat>
  <Paragraphs>47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Montserrat</vt:lpstr>
      <vt:lpstr>Verdana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مقايسة B to C2</dc:title>
  <cp:lastModifiedBy>Adham Khalid</cp:lastModifiedBy>
  <cp:revision>55</cp:revision>
  <dcterms:created xsi:type="dcterms:W3CDTF">2025-09-23T12:34:36Z</dcterms:created>
  <dcterms:modified xsi:type="dcterms:W3CDTF">2026-05-15T12:19:52Z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Creator">
    <vt:lpwstr>Adobe Illustrator 27.5 (Windows)</vt:lpwstr>
  </property>
  <property fmtid="{D5CDD505-2E9C-101B-9397-08002B2CF9AE}" pid="4" name="LastSaved">
    <vt:filetime>2025-09-23T00:00:00Z</vt:filetime>
  </property>
  <property fmtid="{D5CDD505-2E9C-101B-9397-08002B2CF9AE}" pid="5" name="Producer">
    <vt:lpwstr>Adobe PDF library 17.00</vt:lpwstr>
  </property>
</Properties>
</file>